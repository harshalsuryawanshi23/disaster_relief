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1"/>
  </p:sldMasterIdLst>
  <p:notesMasterIdLst>
    <p:notesMasterId r:id="rId48"/>
  </p:notesMasterIdLst>
  <p:sldIdLst>
    <p:sldId id="275" r:id="rId2"/>
    <p:sldId id="257" r:id="rId3"/>
    <p:sldId id="673" r:id="rId4"/>
    <p:sldId id="688" r:id="rId5"/>
    <p:sldId id="689" r:id="rId6"/>
    <p:sldId id="690" r:id="rId7"/>
    <p:sldId id="691" r:id="rId8"/>
    <p:sldId id="692" r:id="rId9"/>
    <p:sldId id="693" r:id="rId10"/>
    <p:sldId id="696" r:id="rId11"/>
    <p:sldId id="697" r:id="rId12"/>
    <p:sldId id="698" r:id="rId13"/>
    <p:sldId id="700" r:id="rId14"/>
    <p:sldId id="701" r:id="rId15"/>
    <p:sldId id="702" r:id="rId16"/>
    <p:sldId id="694" r:id="rId17"/>
    <p:sldId id="695" r:id="rId18"/>
    <p:sldId id="703" r:id="rId19"/>
    <p:sldId id="704" r:id="rId20"/>
    <p:sldId id="705" r:id="rId21"/>
    <p:sldId id="706" r:id="rId22"/>
    <p:sldId id="707" r:id="rId23"/>
    <p:sldId id="309" r:id="rId24"/>
    <p:sldId id="310" r:id="rId25"/>
    <p:sldId id="311" r:id="rId26"/>
    <p:sldId id="312" r:id="rId27"/>
    <p:sldId id="316" r:id="rId28"/>
    <p:sldId id="323" r:id="rId29"/>
    <p:sldId id="326" r:id="rId30"/>
    <p:sldId id="327" r:id="rId31"/>
    <p:sldId id="328" r:id="rId32"/>
    <p:sldId id="329" r:id="rId33"/>
    <p:sldId id="280" r:id="rId34"/>
    <p:sldId id="281" r:id="rId35"/>
    <p:sldId id="282" r:id="rId36"/>
    <p:sldId id="283" r:id="rId37"/>
    <p:sldId id="284" r:id="rId38"/>
    <p:sldId id="287" r:id="rId39"/>
    <p:sldId id="288" r:id="rId40"/>
    <p:sldId id="290" r:id="rId41"/>
    <p:sldId id="291" r:id="rId42"/>
    <p:sldId id="298" r:id="rId43"/>
    <p:sldId id="292" r:id="rId44"/>
    <p:sldId id="293" r:id="rId45"/>
    <p:sldId id="295" r:id="rId46"/>
    <p:sldId id="297" r:id="rId47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it Viit" initials="VV" lastIdx="2" clrIdx="0">
    <p:extLst>
      <p:ext uri="{19B8F6BF-5375-455C-9EA6-DF929625EA0E}">
        <p15:presenceInfo xmlns:p15="http://schemas.microsoft.com/office/powerpoint/2012/main" userId="Viit Vii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AEFF"/>
    <a:srgbClr val="25A2FF"/>
    <a:srgbClr val="189CDE"/>
    <a:srgbClr val="0996FF"/>
    <a:srgbClr val="0192FF"/>
    <a:srgbClr val="0594FF"/>
    <a:srgbClr val="008FFA"/>
    <a:srgbClr val="008A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75" y="3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5:52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236 0 24575,'4'20'0,"-1"-1"0,0 0 0,0 38 0,-2-23 0,10 534-1523,-18 7 1441,0 31-3,6-435 109,3 207 926,6-282-593,24 118-1,-15-122-353,-9-41-3,4 15 0,-3 1 0,1 72 0,-11-131 0,2 9 0,-1 0 0,-1-1 0,-1 1 0,0-1 0,-9 29 0,-4-1 0,-35 115 0,13-18 0,24-89 0,-1-1 0,-27 63 0,-9 29 0,23-62 0,23-68 0,-4 25 0,4-13 0,3-22 0,-1 1 0,1 0 0,-1-1 0,0 0 0,0 1 0,0-1 0,0 0 0,-1 0 0,1 0 0,-4 3 0,2-2 0,0 1 0,0-1 0,-5 10 0,-6 18-1365,11-22-5461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5:56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 1 24575,'276'62'0,"-214"-49"0,287 52 0,-245-51 0,148 2 0,331-20 0,-574 3 0,7-1 0,-16 2 0,0 0 0,1 0 0,-1 0 0,0 0 0,1 0 0,-1 1 0,0-1 0,1 0 0,-1 0 0,0 0 0,0 0 0,1 0 0,-1 0 0,0 1 0,0-1 0,1 0 0,-1 0 0,0 0 0,0 1 0,1-1 0,-1 0 0,0 0 0,0 1 0,0-1 0,1 0 0,-1 0 0,0 1 0,0-1 0,0 0 0,0 1 0,0-1 0,0 0 0,0 0 0,0 1 0,0-1 0,0 0 0,0 1 0,0-1 0,0 1 0,-1 10 0,-2 1 0,1-1 0,-9 20 0,2-4 0,-75 225 0,-37 123 0,106-321-7,-93 364 25,16 6-141,28 11-242,53-297 267,7 163-1,43 146 99,-19-269 249,12 75 176,-29-228-425,-1 1 0,-3 42 0,-10 51 0,3-49 0,2 190 0,7-164 0,-7-25 0,0-4 0,7-52 0,-1-10 0,0 0 0,0 1 0,0-1 0,0 0 0,-2 6 0,1-9 0,1-1 0,0 0 0,-1 0 0,1 0 0,-1 0 0,1 0 0,-1 0 0,0 0 0,1 0 0,-1 0 0,0 0 0,0 0 0,0 0 0,0 0 0,0-1 0,0 1 0,0 0 0,0-1 0,0 1 0,0 0 0,0-1 0,0 0 0,0 1 0,0-1 0,-1 0 0,1 1 0,-2-1 0,-7 0 0,-1 0 0,1 0 0,-1-1 0,0-1 0,-18-4 0,-4-1 0,-43-7 0,-74-11 0,122 22 0,0 1 0,-1 1 0,-36 5 0,61-4 0,-88 7 0,81-7 0,0 0 0,0-1 0,0-1 0,1 0 0,-1 0 0,-14-6 0,7 1 0,0 1 0,-1 0 0,0 2 0,0 0 0,0 1 0,-35-1 0,-45-2 0,-6 1 0,-190 5-1365,283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15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1 24575,'66'-1'0,"68"2"0,-132 0 0,0-1 0,0 0 0,0 1 0,0 0 0,0-1 0,0 1 0,0 0 0,0 0 0,-1 0 0,1 0 0,0 0 0,0 1 0,-1-1 0,1 0 0,-1 1 0,1-1 0,-1 1 0,0 0 0,0-1 0,0 1 0,0 0 0,0 0 0,0 0 0,0-1 0,0 1 0,-1 0 0,1 3 0,2 5 0,-1 1 0,0 0 0,0 19 0,-2-26 0,0-1 0,0 0 0,-1 0 0,0 0 0,1 0 0,-1 0 0,0 0 0,0 0 0,-1 0 0,1-1 0,0 1 0,-1 0 0,0-1 0,0 1 0,0-1 0,0 1 0,0-1 0,0 0 0,-1 0 0,1 0 0,-3 2 0,-8 4 0,-1 0 0,1 0 0,-18 5 0,3 1 0,12-6 0,0 2 0,1 0 0,0 1 0,1 0 0,0 1 0,-12 14 0,22-21 0,0-1 0,0 0 0,1-1 0,-2 1 0,-5 4 0,9-8 0,1 0 0,0 0 0,-1 1 0,1-1 0,0 0 0,-1 0 0,1 0 0,0 1 0,0-1 0,-1 0 0,1 1 0,0-1 0,0 0 0,-1 1 0,1-1 0,0 0 0,0 1 0,0-1 0,0 0 0,-1 1 0,1-1 0,0 1 0,0-1 0,0 0 0,0 1 0,0-1 0,0 1 0,0 0 0,7 10 0,16 7 0,-6-8 0,1-1 0,1-1 0,-1 0 0,1-2 0,26 6 0,99 13 0,-72-18-1365,-55-6-5461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09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13 24575,'18'-1'0,"24"-4"0,14-1 0,-48 5 0,1 1 0,-1 0 0,1 1 0,0 0 0,10 3 0,-18-4 0,0 1 0,1-1 0,-1 0 0,0 1 0,0 0 0,0-1 0,1 1 0,-1 0 0,0-1 0,0 1 0,0 0 0,0 0 0,0 0 0,0 0 0,0 0 0,-1 0 0,1 0 0,0 0 0,0 0 0,-1 1 0,1-1 0,-1 0 0,1 0 0,-1 1 0,0-1 0,1 0 0,-1 0 0,0 1 0,0-1 0,0 0 0,0 1 0,0-1 0,0 0 0,0 1 0,0-1 0,-1 0 0,1 1 0,0-1 0,-1 0 0,1 1 0,-1-1 0,-1 2 0,-3 8 0,-1 1 0,0-1 0,-1-1 0,0 1 0,-14 13 0,-48 46 0,42-44 0,8-9 0,13-13 0,1 0 0,1 0 0,-1 1 0,1 0 0,-1 0 0,-3 6 0,8-11 0,-1 1 0,1 0 0,0-1 0,0 1 0,-1-1 0,1 1 0,0-1 0,0 1 0,0 0 0,0-1 0,0 1 0,0 0 0,0-1 0,0 1 0,0-1 0,0 1 0,0 0 0,0-1 0,0 1 0,1 0 0,-1-1 0,0 1 0,0-1 0,1 1 0,-1-1 0,0 1 0,1-1 0,-1 1 0,1-1 0,-1 1 0,0-1 0,1 1 0,-1-1 0,1 0 0,-1 1 0,1-1 0,-1 0 0,1 1 0,0-1 0,-1 0 0,1 0 0,4 2 0,0 0 0,0 0 0,0-1 0,5 1 0,-4-1 0,13 3-682,30 1-1,-36-5-6143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23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37 24575,'605'-20'0,"-533"15"0,136-6 0,-207 11 0,1 0 0,0 0 0,-1 0 0,1 0 0,-1 0 0,1 1 0,-1-1 0,1 1 0,0-1 0,-1 1 0,0-1 0,1 1 0,-1 0 0,1-1 0,-1 1 0,0 0 0,1 0 0,-1 0 0,0 0 0,0 0 0,2 3 0,-2-2 0,0 1 0,0 0 0,0-1 0,0 1 0,0 0 0,0 0 0,-1 0 0,0 0 0,1 0 0,-1 0 0,-1 4 0,-20 254 0,-1 59 0,23-283 0,-1 56 0,-1-91 0,1-1 0,0 1 0,-1-1 0,1 1 0,-1-1 0,0 1 0,1-1 0,-1 0 0,0 1 0,0-1 0,0 0 0,0 0 0,0 1 0,0-1 0,0 0 0,0 0 0,-1 0 0,1 0 0,0-1 0,-1 1 0,1 0 0,-1 0 0,1-1 0,0 1 0,-1-1 0,0 1 0,-1-1 0,-5 2 0,-1 0 0,0-1 0,-13 0 0,16-1 0,-178 0 0,94-2 0,-115 13 0,198-10 0,0 1 0,1 0 0,-1 0 0,1 0 0,-12 7 0,12-5 0,0-1 0,0-1 0,0 1 0,0-1 0,-1 0 0,-10 2 0,-29 1 0,16-1 0,-37 0 0,47-4 0,14 1 0,-1-1 0,0 0 0,1 0 0,-1-1 0,-7-1 0,12 2 0,1-1 0,-1 1 0,1-1 0,-1 0 0,1 1 0,-1-1 0,1 0 0,0 0 0,0 0 0,-1 0 0,1 0 0,0 0 0,0 0 0,0 0 0,0 0 0,0-1 0,0 1 0,1 0 0,-1-1 0,0 1 0,0-1 0,1 1 0,-1-1 0,1 1 0,0-1 0,-1-2 0,0-7 0,1 1 0,0-1 0,1 0 0,0 1 0,4-16 0,-2 10 0,1-22 0,-4 25-1365,0 2-5461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8:38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24575,'18'332'0,"-2"-87"0,-13 157-5,-4-243-1355,1-148-5466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18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23989,'0'644'0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22.0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0 24575,'40'0'0,"289"3"0,-3 15 0,-258-12 0,-4-1 0,80 16 0,-103-11 0,-19-4 0,-1-1 0,1-1 0,36 2 0,-57-6 0,0 0 0,0 0 0,-1 0 0,1 0 0,0 0 0,0 0 0,0 1 0,0-1 0,-1 0 0,1 0 0,0 1 0,0-1 0,-1 0 0,1 1 0,0-1 0,0 1 0,-1-1 0,1 1 0,0-1 0,-1 1 0,1 0 0,-1-1 0,1 1 0,-1 0 0,1 0 0,0 1 0,-1 0 0,1-1 0,-1 1 0,0 0 0,1 0 0,-1 0 0,0-1 0,0 1 0,0 0 0,0 0 0,-1 2 0,-2 8 0,0-1 0,-1 0 0,-5 12 0,5-15 0,-39 90 0,-33 89 0,72-170 0,0 1 0,1-1 0,1 1 0,1-1 0,2 35 0,0-21 0,-1-28 0,0-1 0,0 1 0,-1 0 0,1-1 0,0 1 0,-1-1 0,1 1 0,-1-1 0,0 1 0,0-1 0,0 0 0,-2 4 0,1-3 0,-1-1 0,1 1 0,-1-1 0,0 1 0,1-1 0,-1 0 0,0 0 0,-5 3 0,-10 4 0,1-2 0,-1 1 0,-1-2 0,1 0 0,-1-2 0,0 0 0,-23 2 0,-16-2 0,-64-3 0,-205-37 0,204 18 0,-8-2 0,125 19 15,-1-1 0,1 0-1,0 0 1,0 0-1,0-1 1,0 0 0,-10-6-1,-20-9-1496,28 15-5344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40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24575,'0'10'0,"4"22"0,1 15 0,0 16 0,-1 8 0,-1 7 0,-1 0 0,-1-7 0,-1-2 0,0-9 0,0-11 0,0-10 0,0-7 0,-1-5 0,1-5 0,0-5 0,0-4-8191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42.8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23697,'1111'0'0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44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45.6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23989,'71'644'0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34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49 24575,'132'1'0,"242"-3"0,-2-18 0,-109-6 0,-237 24 0,46 4 0,-71-2 0,0 0 0,0 0 0,0 1 0,0-1 0,0 0 0,1 1 0,-1-1 0,0 1 0,0 0 0,-1-1 0,1 1 0,0-1 0,0 1 0,0 0 0,0 0 0,0 0 0,-1 0 0,1-1 0,0 1 0,-1 0 0,1 0 0,-1 0 0,1 0 0,-1 0 0,1 0 0,-1 1 0,0-1 0,0 0 0,1 0 0,-1 0 0,0 0 0,0 0 0,0 2 0,0 5 0,-1 1 0,1-1 0,-4 14 0,3-15 0,-33 133 0,3-18 0,12-14 0,-5 157 0,21 112 0,3-376 0,0 1 0,0-1 0,-1 1 0,1 0 0,0-1 0,-1 1 0,1-1 0,-1 1 0,1-1 0,-1 1 0,1-1 0,-1 0 0,0 1 0,0-1 0,0 0 0,0 1 0,0-1 0,0 0 0,0 0 0,0 0 0,-1 0 0,1 0 0,0 0 0,-1 0 0,1-1 0,0 1 0,-4 0 0,-2 2 0,-1-1 0,0 0 0,0-1 0,-11 1 0,13-1 0,-358 6 0,248-9 0,-96 12 0,201-9 0,5-1 0,0 0 0,0 1 0,0 0 0,-1 0 0,1 1 0,-9 3 0,6-1 0,0-1 0,0-1 0,0 1 0,0-1 0,-1-1 0,-11 1 0,-59-3 0,34 0 0,-31-6 131,10 0-1627,57 7-5330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5:03.7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1819 448 24575,'34'23'0,"47"42"0,-67-52 0,0 1 0,-1 0 0,-1 1 0,0 1 0,14 23 0,-12-11 0,-1 0 0,-1 1 0,-1 0 0,11 50 0,-13-35 0,-3 0 0,2 74 0,-8-113 0,1 45 0,-2 0 0,-9 59 0,8-94 0,-1 0 0,-1 0 0,0-1 0,-1 0 0,0 0 0,-1 0 0,-1 0 0,0-1 0,-1 0 0,0-1 0,-20 22 0,11-17 0,-2-2 0,0-1 0,-40 23 0,16-11 0,-25 15 0,-3-4 0,-88 34 0,137-62 0,-1-1 0,-1-1 0,1-1 0,-1-1 0,0-2 0,0 0 0,0-1 0,-1-2 0,1 0 0,0-1 0,0-2 0,0-1 0,0 0 0,-45-16 0,0-5 0,0-4 0,-126-73 0,118 53 0,3-3 0,-74-67 0,74 49 0,-90-108 0,-48-91 0,195 247 0,2 4 0,-16-28 0,28 41 0,0 0 0,1 0 0,-1 0 0,1 0 0,0-1 0,1 1 0,-1-1 0,1 1 0,0-1 0,1 1 0,-1-7 0,2 9 0,-1-1 0,1 0 0,0 1 0,0-1 0,0 1 0,1-1 0,-1 1 0,1 0 0,0-1 0,0 1 0,0 0 0,0 0 0,5-4 0,4-4 0,23-18 0,-23 20 0,190-135 0,-103 78 0,-66 43 0,348-224 0,-351 231 0,2 1 0,62-21 0,-76 31 0,0 1 0,1 0 0,-1 1 0,1 2 0,-1-1 0,1 2 0,27 2 0,-13 4 0,0 0 0,-1 2 0,57 22 0,86 51 0,-55-24 0,-29-19 0,62 30 0,-146-65 0,0 0 0,0 1 0,0 0 0,7 7 0,-11-9 0,1 1 0,-1-1 0,0 1 0,0 0 0,0 0 0,0 0 0,-1 0 0,1 0 0,-1 0 0,2 5 0,-2-1-114,2-1 1,-1 0-1,1 0 0,-1 0 0,2 0 1,-1-1-1,1 1 0,0-1 0,0 0 1,0 0-1,7 6 0,-5-5-6712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5:12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1420 1 24575,'4'0'0,"-1"1"0,1 0 0,0 0 0,0 0 0,0 1 0,-1-1 0,1 1 0,-1 0 0,7 3 0,3 3 0,8 4 0,-1 1 0,0 1 0,-1 0 0,0 2 0,-2 0 0,0 1 0,-1 1 0,0 0 0,15 25 0,-25-35 0,-1 0 0,-1 1 0,0-1 0,0 1 0,0-1 0,2 13 0,-5-18 0,-1 1 0,1-1 0,-1 0 0,1 1 0,-1-1 0,-1 1 0,1-1 0,0 0 0,-1 1 0,1-1 0,-1 0 0,0 1 0,0-1 0,0 0 0,-1 0 0,1 0 0,-1 0 0,0 0 0,0 0 0,-3 4 0,-2-1 0,0 1 0,0-1 0,-1 0 0,0-1 0,0 0 0,0 0 0,-1-1 0,0 0 0,1 0 0,-20 4 0,0-1 0,0-2 0,-41 3 0,-8-4 0,-1-3 0,0-3 0,-79-14 0,140 15 0,17 1 0,1 0 0,-1 0 0,0 0 0,0 0 0,0 0 0,0 0 0,0 0 0,0 0 0,0 0 0,0 0 0,0 0 0,0 0 0,1 0 0,-1 1 0,0-1 0,0 0 0,0 0 0,0 0 0,0 0 0,0 0 0,0 0 0,0 0 0,0 0 0,0 0 0,0 1 0,0-1 0,0 0 0,0 0 0,0 0 0,0 0 0,0 0 0,0 0 0,0 0 0,0 0 0,0 1 0,0-1 0,0 0 0,0 0 0,0 0 0,0 0 0,0 0 0,0 0 0,0 0 0,-1 0 0,1 0 0,0 1 0,0-1 0,0 0 0,0 0 0,0 0 0,0 0 0,0 0 0,0 0 0,0 0 0,0 0 0,-1 0 0,1 0 0,0 0 0,0 0 0,0 0 0,0 0 0,0 0 0,0 0 0,0 0 0,-1 0 0,19 17 0,23 15 0,-1-1 0,-10-5 0,-1 1 0,-2 1 0,39 51 0,-54-62 0,-1-1 0,-1 2 0,0-1 0,-1 2 0,-1-1 0,-1 1 0,-1 0 0,8 39 0,-13-52 0,0-1 0,-1 1 0,0-1 0,0 1 0,0-1 0,-1 1 0,0-1 0,0 0 0,0 1 0,0-1 0,-1 0 0,0 1 0,0-1 0,-1 0 0,-4 6 0,3-4 0,-2-1 0,1 0 0,-1-1 0,1 0 0,-1 0 0,-1 0 0,1 0 0,-1-1 0,0 0 0,-10 4 0,-4 0 0,-1 0 0,0-1 0,0-2 0,0 0 0,-1-1 0,0-1 0,1-1 0,-42-3 0,17-2 0,0-3 0,1-1 0,-60-19 0,54 10 0,0-3 0,2-2 0,0-2 0,2-2 0,0-3 0,-48-36 0,32 14 0,1-3 0,3-2 0,-76-90 0,88 84-1365,12 11-5461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5:14.4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1084 0 24575,'-15'0'0,"-326"6"0,239 0 0,-130 25 0,201-25 0,0 1 0,1 2 0,0 1 0,-55 26 0,72-29 0,1 0 0,0 1 0,0 0 0,1 1 0,0 1 0,0-1 0,1 2 0,1-1 0,0 1 0,0 1 0,1 0 0,0 0 0,-5 14 0,5-8 0,1 1 0,2 0 0,-1 0 0,2 0 0,1 0 0,0 1 0,2 0 0,0 0 0,2 26 0,1-27 0,0-1 0,1 1 0,1-1 0,1 0 0,1 0 0,0 0 0,1-1 0,1 0 0,19 31 0,-23-41 0,0-2 0,-1 0 0,1 0 0,-1 0 0,1 0 0,1-1 0,-1 1 0,6 3 0,-9-7 0,-1-1 0,1 0 0,-1 0 0,0 0 0,1 0 0,-1 0 0,1 0 0,-1 0 0,1 0 0,-1 0 0,1 0 0,-1 0 0,0 0 0,1 0 0,-1 0 0,1-1 0,-1 1 0,1 0 0,-1 0 0,0 0 0,1-1 0,-1 1 0,0 0 0,1 0 0,-1-1 0,0 1 0,1 0 0,-1-1 0,0 1 0,1 0 0,-1-1 0,0 1 0,0 0 0,0-1 0,1 1 0,-1-1 0,0 1 0,0-1 0,0 1 0,0 0 0,0-1 0,0 1 0,0-1 0,4-22 0,-2-11 0,-2 0 0,-1 0 0,-2 0 0,-2 1 0,-8-38 0,8 53 0,3 14 0,1 1 0,0-2 0,0 1 0,0 0 0,0 0 0,1 0 0,0 0 0,0-1 0,0 1 0,0 0 0,2-7 0,4-9 0,13-29 0,2-8 0,-18 46 0,1 1 0,0 0 0,1 0 0,0 1 0,8-14 0,-9 18-341,-1 0 0,0-1-1,4-8 1,-4 5-6485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5:53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2605 1274 24575,'42'76'-137,"-4"2"0,-3 2 0,-3 1 0,-4 1 0,-4 2 0,-4 0 0,-3 1 0,7 106 0,-21-147 138,-1 0-1,-3 0 0,-1 0 0,-2 0 0,-17 69 1,6-59-1,-3 0 1,-2-1-1,-2 0 1,-3-2 0,-2-1-1,-2-1 1,-2-2-1,-2-1 1,-71 76 0,85-103 82,0-1 1,-1-1-1,-1 0 0,-1-2 1,0 0-1,-1-2 1,-1 0-1,0-2 1,-1 0-1,-37 10 0,23-12-111,-1-2-1,0-1 1,0-3-1,0-1 0,0-1 1,-44-6-1,31-2-92,-1-3 0,1-1 0,-99-37 0,72 15-175,-135-76 0,-55-67-231,131 74 376,-228-219-1,298 250 127,2-3 0,5-3 0,2-3 0,-79-141-1,117 178-98,1-1 0,2-1 0,3-1 0,1-1-1,-16-93 1,26 102 130,2 0-1,1 0 1,2 0 0,2 0-1,1 0 1,2 0-1,2 1 1,13-44 0,-1 29-93,1 1 1,3 1 0,2 1 0,2 1 0,2 1 0,2 1 0,40-44 0,6 4-144,3 3 1,124-97-1,-129 119 268,3 3 1,100-57-1,-139 94-11,1 2-1,66-22 1,-75 32-20,0 2 0,0 1 0,0 1 1,45-1-1,-36 5 84,1 3 0,-1 1 0,1 2 0,-1 2 0,-1 2 0,1 1 0,-1 2 0,-1 1 0,-1 3 1,0 1-1,0 1 0,-2 2 0,-1 2 0,0 1 0,-2 2 0,37 35 0,-22-12-103,-2 1 0,64 93 0,-61-68 101,60 122 0,-92-163 557,19 62-1,-30-78-412,-1 0 1,0 1-1,-2 0 1,0-1-1,-1 32 0,-1-41-233,0 2 0,0 1 0,-1-1 0,0 0 0,-1 1 0,0-1 0,0 0 0,-1 0 0,-1 0 0,-5 10 0,-1 0-1365,1-1-5461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5:57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24575,'4'36'0,"0"1"0,-3 39 0,0-4 0,77 1030-1294,-39-773 1387,28-6 1,-65-314-50,5 14-182,-2-1 0,4 29-1,-9-39-6574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6:03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24547,'0'1518'0,"675"-1518"0,-675-1518 0,-675 1518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6:32.9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24575,'0'693'-1365,"0"-683"-5461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6:39.1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17 24575,'292'50'0,"-129"-19"-627,203 35 125,3-31 760,-326-35-205,1-2 1,-2-2-1,51-11 0,122-43 605,-205 55-658,0 0 0,0 1 0,15-2 0,-25 4 0,0 0 0,0 0 0,1 0 0,-1 0 0,0 0 0,1 0 0,-1 0 0,0 0 0,1 0 0,-1 0 0,0 0 0,1 1 0,-1-1 0,0 0 0,1 0 0,-1 0 0,0 0 0,0 0 0,1 1 0,-1-1 0,0 0 0,0 0 0,1 0 0,-1 1 0,0-1 0,0 0 0,1 0 0,-1 1 0,0-1 0,0 0 0,0 1 0,0-1 0,0 0 0,0 0 0,1 1 0,-1-1 0,0 0 0,0 1 0,0-1 0,0 0 0,0 1 0,0-1 0,0 0 0,0 1 0,0-1 0,0 0 0,-1 1 0,-5 18 0,6-18 0,-16 35 0,-93 236 0,85-207 0,-17 53 0,36-99 0,1 0 0,0 0 0,2 0 0,-1 27 0,3-41 0,1 1 0,0-1 0,1 0 0,-1 0 0,1 0 0,0 0 0,0 0 0,1 0 0,0-1 0,-1 1 0,5 4 0,13 25 0,-19-31 0,0-1 0,0 1 0,-1 0 0,1-1 0,-1 1 0,1 0 0,-1-1 0,0 1 0,0 0 0,0 0 0,0 4 0,-1-6 0,1 0 0,-1 0 0,1 0 0,-1 0 0,1 0 0,-1 0 0,1 0 0,-1 0 0,0 0 0,0 0 0,1 0 0,-1 0 0,0 0 0,0 0 0,0-1 0,0 1 0,0 0 0,0-1 0,0 1 0,-2 0 0,-25 7 0,27-8 0,-39 6 0,0-2 0,-64-3 0,67-1 0,-401-19 0,51 0 0,374 18 0,0 1 0,-1 0 0,1 1 0,0 1 0,-1 0 0,1 0 0,-20 8 0,25-7 0,1-1 0,0 0 0,0-1 0,-1 1 0,1-1 0,-13 0 0,-45-4 0,53 1 0,1-1 0,0 0 0,0 0 0,0-1 0,0 0 0,-15-10 0,10 7 0,1 0 0,-17-5 0,-61-12 0,92 24 0,-1 0 0,1-1 0,-1 1 0,1-1 0,0 0 0,-1 0 0,1 1 0,0-1 0,0 0 0,0 0 0,0 0 0,0 0 0,0 0 0,0 0 0,0-1 0,0 1 0,0 0 0,0 0 0,1-1 0,-1 1 0,0 0 0,1-1 0,0 1 0,-1-1 0,1 1 0,0-1 0,-1 1 0,1-1 0,0 1 0,0-1 0,0 1 0,1-2 0,0-6 0,0 0 0,0-1 0,1 1 0,3-8 0,-3 11 0,2-12 0,0 1 0,1-31 0,-3 38 0,0-1 0,1 1 0,0 0 0,1-1 0,7-15 0,8-22 0,-7 3 0,-1 0 0,6-75 0,-6 55 0,-7 48 0,-1 0 0,-1 0 0,1-19 0,-3 29 0,-1-7 0,1 1 0,1-1 0,0 1 0,0 0 0,2-1 0,4-16 0,-6 28 0,1 0 0,-1-1 0,0 1 0,1 0 0,0 0 0,-1 0 0,1 0 0,0 0 0,0 1 0,0-1 0,0 0 0,0 1 0,0 0 0,1-1 0,-1 1 0,0 0 0,1 0 0,-1 0 0,1 0 0,-1 1 0,5-1 0,5-1 0,1 0 0,0 1 0,13 1 0,-17 1 0,54-2 0,-15 0 0,0 2 0,90 13 0,-57 0 0,0-3 0,132 1 0,-160-12 0,219 8 0,-145-6 0,-11 0 0,-103-1 0,-1 2 0,18 4 0,-18-3 0,27 3 0,-26-5 0,0 1 0,0 0 0,13 6 0,-10-4 0,24 5 0,-18-8 0,-17-1 0,0-1 0,0 0 0,0 1 0,0 0 0,6 2 0,-9-2 0,-1 0 0,0-1 0,0 1 0,1 0 0,-1 0 0,0 0 0,0 0 0,0 0 0,0 0 0,0 0 0,0 0 0,0 0 0,0 0 0,0 0 0,-1 1 0,1-1 0,0 0 0,-1 1 0,1-1 0,-1 0 0,1 1 0,-1-1 0,0 2 0,2 8 0,-2-1 0,1 1 0,-1 0 0,-3 19 0,-12 43 0,9-42 0,-52 286 0,51-281 0,-2-1 0,-1 0 0,-1-1 0,-2 0 0,-19 34 0,17-39 0,8-17 0,1 1 0,0 0 0,1 0 0,0 1 0,-3 16 0,7-28 0,0 0 0,0 1 0,0-1 0,0 0 0,0 0 0,-1 0 0,1 0 0,0 0 0,-1 0 0,0 0 0,1 0 0,-1-1 0,0 1 0,0-1 0,0 1 0,0-1 0,0 0 0,0 0 0,0 0 0,-1 0 0,-3 1 0,-6 3 0,-1-2 0,-22 4 0,30-6 0,-112 15 0,-1-6 0,-207-8 0,-198-22 0,380 9 0,140 10 0,-1 0 0,0 0 0,1 0 0,0-1 0,-1 1 0,1-1 0,0 0 0,0 0 0,0 0 0,0-1 0,0 1 0,0-1 0,-3-4 0,-5-6 0,-15-24 0,13 18 0,-5-4 0,-31-31 0,44 48 0,-46-43-1365,42 41-5461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6:44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24575,'0'4'0,"0"7"0,0 17 0,0 8 0,0 2 0,2-1 0,1 2 0,1-2 0,1-5 0,1-3 0,0-4 0,-2-1 0,0-3 0,-2-3 0,-1-3 0,-1-1 0,0-2 0,0-2-8191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8:27.4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 0 24575,'-25'228'-1224,"-65"666"-1844,60 2 2910,79-177 265,-34-456 2202,-16-193-1292,-16 121 0,12-148-1699,1 79-1,4-107-6143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09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1163 86 24575,'-432'-9'0,"5"-33"0,366 32-103,4 0-528,-115-5 0,159 15-6195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06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1045 97 24575,'-21'-1'0,"-23"-3"0,8-1 0,-294-23 0,-176-18 0,399 34-1365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08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24575,'2'6'0,"1"10"0,-1 15 0,2 5 0,1 6 0,-2 1 0,0 4 0,-2-3 0,0-4 0,0-7 0,-1-3 0,0-5 0,-1-4 0,1-4 0,0-3 0,0-1 0,0-4-8191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02.7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24575,'599'48'0,"-274"-47"93,-150-2-1551,-165 1-5368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05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335 1 24575,'8'7'0,"0"-1"0,0 0 0,14 7 0,2 2 0,-14-8 0,-1 0 0,1 0 0,-2 1 0,1 0 0,-1 1 0,-1 0 0,9 12 0,-11-13 0,-1 0 0,0 0 0,0 0 0,-1 0 0,0 1 0,0-1 0,-1 1 0,0 0 0,-1 0 0,1 10 0,-1-7 0,-1 0 0,-1 0 0,0 0 0,-4 20 0,3-26 0,1-1 0,-1 1 0,0-1 0,0 0 0,-1 0 0,0 0 0,0 0 0,0 0 0,0 0 0,-1-1 0,-7 8 0,0-3 0,-1-1 0,0 0 0,0 0 0,-22 10 0,-56 16 0,80-30 0,1-1 0,0 0 0,-1 0 0,1-1 0,-1-1 0,0 0 0,1 0 0,-14-1 0,17 0 0,-1-1 0,1 0 0,-1-1 0,1 1 0,0-1 0,0-1 0,0 1 0,0-1 0,0 0 0,0 0 0,-9-8 0,4 2 0,0 0 0,1-1 0,1 0 0,-1 0 0,2-1 0,-1 0 0,-12-24 0,16 26 0,1-1 0,0 0 0,1 0 0,0-1 0,0 1 0,1 0 0,1-1 0,-1 0 0,2 1 0,-1-1 0,2-11 0,0 18 0,0 0 0,0 1 0,0-1 0,0 0 0,0 1 0,1-1 0,0 1 0,0 0 0,0-1 0,4-4 0,29-30 0,-17 19 0,5-6 0,-13 12 0,24-21 0,-30 30 0,0 1 0,0 0 0,0 0 0,1 0 0,0 1 0,-1 0 0,1 0 0,0 0 0,0 0 0,7-1 0,15 0-1365,-16 3-5461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19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97 24575,'144'-4'0,"0"-7"0,172-35 0,-132 17 0,-138 25 0,0 1 0,48 4 0,-1 11 0,-59-6 0,39 1 0,63-7-1365,-124 0-5461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21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24575,'36'56'0,"48"71"0,-50-78 0,-12-17 0,0-2 0,49 51 0,-71-81 0,1 1 0,-1-1 0,1 1 0,-1-1 0,0 1 0,1-1 0,-1 1 0,1-1 0,-1 1 0,0 0 0,0-1 0,1 1 0,-1 0 0,0-1 0,0 1 0,0 0 0,1-1 0,-1 1 0,0 0 0,0-1 0,0 1 0,0 0 0,-1-1 0,1 1 0,0 0 0,0-1 0,0 1 0,0 0 0,-1-1 0,1 1 0,0 0 0,0-1 0,-1 1 0,1-1 0,-1 1 0,1-1 0,-1 1 0,1-1 0,0 1 0,-1-1 0,0 1 0,1-1 0,-1 0 0,1 1 0,-1-1 0,1 0 0,-2 1 0,-4 3 0,-1-1 0,1 1 0,-12 2 0,13-4 0,-160 51-1365,155-51-5461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23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24575,'3'11'0,"0"1"0,-1-1 0,0 1 0,1 20 0,-2-4 0,11 520-51,-14-353-1263,2-177-5512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26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 24575,'434'-6'-523,"124"1"-249,-257 23 1349,45 0 141,-321-19-718,-16 0 0,0 1 0,1 0 0,-1 0 0,10 2 0,-18-1 0,0-1 0,0 1 0,0-1 0,0 1 0,0 0 0,0-1 0,0 1 0,0 0 0,0-1 0,0 1 0,-1 0 0,1 0 0,0 0 0,-1 0 0,1 0 0,0 0 0,-1 0 0,1 0 0,-1 0 0,0 0 0,1 0 0,-1 0 0,0 0 0,0 0 0,0 1 0,1-1 0,-1 0 0,0 0 0,-1 0 0,1 2 0,0 5 0,-1 0 0,0 0 0,-3 9 0,3-13 0,-11 49 0,2-14 0,-6 59 0,-6 67 0,19-145 0,-1 1 0,-1-1 0,-10 27 0,13-42 0,-1 0 0,1 0 0,-1 0 0,1 0 0,-1 0 0,-1 0 0,1-1 0,-1 0 0,0 1 0,0-1 0,0-1 0,0 1 0,-1-1 0,1 1 0,-1-1 0,0-1 0,-10 5 0,-113 42 0,57-23 0,11-6 0,-1-3 0,-110 16 0,151-28 0,0 0 0,0 2 0,1 0 0,-1 1 0,-25 16 0,41-22 0,-7 3 0,-1-1 0,1 0 0,-1 0 0,0-1 0,0 0 0,-23 1 0,-77-3 0,67-2 0,20 1 0,7 1 0,-1-2 0,0 1 0,1-2 0,-1-1 0,-27-7 0,-65-23 0,-25-9 0,99 28 202,25 8-463,-1 1-1,1 1 1,0 0 0,-1 1 0,-24-3 0,26 6-6565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29.5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358 26 24575,'-175'-13'0,"47"1"0,125 12 0,1-1 0,-1 1 0,1 0 0,-1 0 0,0 1 0,1-1 0,-1 0 0,1 1 0,0 0 0,-1-1 0,-3 3 0,5-2 0,0 0 0,0 0 0,0 0 0,0 0 0,0 0 0,0 0 0,1 1 0,-1-1 0,0 0 0,1 0 0,-1 1 0,1-1 0,-1 0 0,1 1 0,0-1 0,-1 1 0,1-1 0,0 1 0,0-1 0,0 1 0,0 1 0,3 160 0,-3-161 0,0 0 0,0 0 0,1-1 0,-1 1 0,0 0 0,1 0 0,-1 0 0,1 0 0,0-1 0,0 1 0,0 0 0,-1-1 0,1 1 0,1-1 0,-1 1 0,0-1 0,0 1 0,1-1 0,-1 0 0,0 1 0,1-1 0,-1 0 0,1 0 0,0 0 0,-1 0 0,1 0 0,0-1 0,0 1 0,-1-1 0,1 1 0,2 0 0,5 0 0,1 0 0,0-1 0,-1 0 0,1 0 0,9-2 0,5 0 0,-14 1 0,0 0 0,0-1 0,12-4 0,-17 4 0,1 1 0,0-1 0,0 1 0,0 0 0,0 0 0,0 1 0,0-1 0,0 2 0,0-1 0,0 0 0,0 1 0,7 2 0,-11-2 0,1 0 0,0-1 0,-1 2 0,1-1 0,0 0 0,-1 1 0,0-1 0,1 1 0,-1 0 0,0-1 0,0 1 0,0 0 0,0 1 0,0-1 0,3 4 0,-4-3 0,0 0 0,1 1 0,-2-1 0,1 0 0,0 1 0,0-1 0,-1 0 0,0 1 0,0-1 0,0 1 0,0-1 0,0 0 0,-1 4 0,-1 3 0,0 0 0,0 0 0,0 0 0,-7 15 0,7-22 0,1 1 0,-1-1 0,0 0 0,-1 0 0,1 0 0,0 0 0,-1 0 0,0 0 0,1-1 0,-1 1 0,0-1 0,-1 0 0,1 0 0,0 0 0,-6 2 0,-9 4-124,0-2 0,-1 0 0,0-1 0,0-1 0,0-1 0,-1-1-1,1-1 1,-1 0 0,1-1 0,-34-5 0,38 3-6702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8:41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 1 24575,'30'2'0,"1"1"0,57 13 0,-17-2 0,-57-11 0,38 6 0,1-2 0,65 0 0,-94-8 0,-13 0 0,1 0 0,0 1 0,18 3 0,-29-2 0,1-1 0,-1 1 0,0-1 0,1 1 0,-1 0 0,0-1 0,0 1 0,1 0 0,-1 0 0,0 0 0,0 0 0,0 0 0,0 0 0,0 0 0,-1 1 0,1-1 0,0 0 0,0 0 0,-1 1 0,1-1 0,-1 1 0,1-1 0,-1 0 0,1 2 0,1 5 0,-1 0 0,0 0 0,0 10 0,-1-12 0,0 88 0,-17 134 0,10-164 0,-8 71 0,-9 143 0,24-269 0,-3 69 0,2-66 0,-1-1 0,0 1 0,-1 0 0,-6 16 0,1 0 0,-1 3 0,8-30 0,0 0 0,0 0 0,1 0 0,-1 0 0,0 0 0,0 0 0,0 0 0,0 0 0,0-1 0,-1 1 0,1 0 0,0-1 0,0 1 0,0-1 0,-1 1 0,1-1 0,0 1 0,0-1 0,-1 0 0,0 0 0,-31 1 0,25-1 0,2 0-16,-279-4 154,1-16-1625,270 18-5339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8:43.9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0 24575,'-2'0'0,"-3"0"0,-2 0 0,-2 0 0,-2 0 0,1 0-8191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8:45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 0 24575,'0'19'0,"1"28"0,-2 0 0,-15 92 0,8-103 0,-16 83 0,24-117 0,-1 0 0,1-1 0,0 1 0,-1 0 0,1-1 0,-1 1 0,1 0 0,-1-1 0,0 1 0,0-1 0,0 0 0,0 1 0,0-1 0,0 1 0,0-1 0,0 0 0,0 0 0,-1 0 0,1 0 0,-1 0 0,1 0 0,0 0 0,-3 1 0,0-1 0,0 0 0,0 0 0,0-1 0,0 1 0,0-1 0,-1 0 0,1 0 0,-6-1 0,7 0 0,0 1 0,0-1 0,0 0 0,1 1 0,-1-1 0,0 0 0,1-1 0,-1 1 0,1 0 0,-1-1 0,1 1 0,0-1 0,-1 0 0,1 0 0,0 0 0,0 0 0,0 0 0,1 0 0,-1-1 0,0 1 0,1-1 0,-2-3 0,1 1 0,0-1 0,0 1 0,0-1 0,1 0 0,0 1 0,0-1 0,1 0 0,-1 0 0,1 1 0,1-9 0,0 9 0,1 0 0,0-1 0,0 1 0,0 0 0,0 0 0,1 0 0,4-6 0,5-9 0,9-19 0,-11 22 0,12-29 0,-9 14-34,-9 25-133,-1-1 1,1 1 0,-2-1-1,1 0 1,-1 1 0,0-1-1,0-12 1,-1 10-6660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8:47.8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 0 24575,'2'6'0,"0"-1"0,-1 1 0,1 0 0,-1-1 0,0 1 0,-1 0 0,1 10 0,0 7 0,23 270 0,-23-289 0,-1 0 0,0 0 0,0 0 0,-1 0 0,1 0 0,-1 0 0,-2 7 0,3-10 0,-1 0 0,0 1 0,1-1 0,-1 0 0,0 0 0,0 0 0,0 1 0,0-1 0,0 0 0,0 0 0,0 0 0,0-1 0,-1 1 0,1 0 0,0 0 0,-1-1 0,1 1 0,0 0 0,-1-1 0,1 1 0,0-1 0,-1 0 0,1 0 0,-3 1 0,-2 0 0,-1-1 0,1 1 0,-1-1 0,1 0 0,-1-1 0,1 0 0,-1 0 0,-6-2 0,10 2 0,-1 0 0,1-1 0,0 0 0,0 1 0,0-1 0,0 0 0,0 0 0,0-1 0,0 1 0,1-1 0,-1 1 0,1-1 0,0 0 0,0 0 0,-4-6 0,-1-6 0,0-1 0,2 0 0,-1 0 0,2 0 0,0-1 0,1 1 0,-1-22 0,4 26 0,1 1 0,0-1 0,1 1 0,1-1 0,0 1 0,5-14 0,-1 1 0,-5 19-24,1-1 0,-1 0 0,1 1 0,0 0 0,1-1 0,5-5 0,-1-1-1173,-3 5-5629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26.0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1 24575,'-178'6'0,"-12"1"0,188-7 0,1 0 0,-1 0 0,0 0 0,1 0 0,-1 1 0,0-1 0,1 0 0,-1 1 0,0-1 0,1 1 0,-1 0 0,1-1 0,-1 1 0,1 0 0,-3 2 0,4-2 0,-1 0 0,0 0 0,0 0 0,1 0 0,-1 0 0,1 0 0,-1 0 0,1 0 0,-1 0 0,1 1 0,0-1 0,-1 0 0,1 0 0,0 1 0,0-1 0,0 0 0,0 0 0,0 1 0,0-1 0,0 0 0,1 0 0,0 3 0,4 11 0,1 0 0,0 0 0,16 25 0,-5-9 0,-16-29 0,0 0 0,0-1 0,0 1 0,1 0 0,-1-1 0,1 1 0,-1-1 0,1 1 0,0-1 0,0 0 0,-1 0 0,1 0 0,0 0 0,0 0 0,0 0 0,0 0 0,0-1 0,0 1 0,0-1 0,0 1 0,1-1 0,-1 0 0,0 0 0,2 0 0,7 0 0,0-1 0,0-1 0,18-4 0,-10 2 0,23-6 0,-28 6 0,1 1 0,1 0 0,-1 1 0,20 0 0,-33 2 0,-1 0 0,1 1 0,-1-1 0,1 1 0,-1 0 0,1-1 0,-1 1 0,1 0 0,-1 0 0,0 0 0,1 0 0,-1 0 0,0 0 0,0 0 0,0 1 0,0-1 0,0 0 0,0 1 0,0-1 0,0 1 0,0-1 0,-1 0 0,1 1 0,0 3 0,2 4 0,0 1 0,2 18 0,-4-24 0,-1-2 0,6 45 0,-6-42 0,1 0 0,-1 0 0,-1 0 0,1-1 0,-1 1 0,0 0 0,-2 7 0,2-10 0,0-1 0,0 1 0,0 0 0,-1 0 0,1-1 0,0 1 0,-1 0 0,0-1 0,1 0 0,-1 1 0,0-1 0,1 0 0,-1 0 0,0 0 0,0 0 0,-4 1 0,-3 1 0,-1 0 0,-13 2 0,16-4 0,-36 6 0,-68 2 0,-44-8 0,118-2 0,-14-2-1365,32 0-5461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28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24575,'0'2'0,"0"5"0,0 5 0,0 4 0,0 7 0,0 2 0,0 1 0,0-1 0,0-3 0,0-4 0,0 0 0,0-1 0,0-2 0,0-4-8191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30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30.6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31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 71 24575,'0'-3'0,"-1"1"0,1-1 0,-1 0 0,0 1 0,0-1 0,0 1 0,0 0 0,0-1 0,-1 1 0,1 0 0,-1 0 0,-1-3 0,-2 0 0,0-1 0,0 1 0,-6-5 0,9 9 0,1 0 0,-1-1 0,0 1 0,1 1 0,-1-1 0,0 0 0,0 0 0,0 1 0,1-1 0,-1 1 0,0-1 0,0 1 0,0 0 0,0 0 0,0-1 0,-3 2 0,2-1 0,0 1 0,0 0 0,0 0 0,-1 0 0,1 0 0,0 1 0,1-1 0,-1 1 0,-3 2 0,-5 4 0,1 1 0,0 1 0,-15 18 0,16-17 0,7-9-151,0 1-1,0 0 0,0-1 0,0 1 1,0 0-1,1 1 0,-1-1 1,0 3-1,0 3-6674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33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24575,'14'12'0,"1"-1"0,0 0 0,1-1 0,0-1 0,34 14 0,-44-21 0,0 0 0,1 0 0,-1 0 0,0-1 0,1 0 0,-1-1 0,1 1 0,-1-1 0,1-1 0,-1 1 0,0-1 0,1 0 0,11-4 0,-14 4 0,0 0 0,0 0 0,0-1 0,-1 0 0,1 0 0,0 0 0,-1 0 0,1-1 0,-1 1 0,0-1 0,0 0 0,0 0 0,0 0 0,0 0 0,-1-1 0,1 1 0,-1-1 0,0 1 0,0-1 0,-1 0 0,4-8 0,-3 1-1365,-1 0-5461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8:17.7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24575,'910'0'-1365,"-898"0"-5461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8:19.0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24575,'11'53'0,"25"150"0,-30-156 0,-3-1 0,-2 68 0,-23 99 0,10-117 0,0 119 0,12-199-1365,1-4-5461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8:21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24575,'37'0'0,"494"20"0,-213-5 0,-291-15 0,39 1 0,-64-1 0,-1 0 0,0 0 0,0 0 0,0 1 0,0-1 0,1 0 0,-1 1 0,0-1 0,0 1 0,0 0 0,0-1 0,0 1 0,0 0 0,0-1 0,0 1 0,-1 0 0,1 0 0,0 0 0,1 1 0,-1 0 0,0 1 0,0-1 0,0 1 0,0-1 0,0 1 0,0-1 0,-1 1 0,1 3 0,0 5 0,-1 0 0,0 0 0,-3 15 0,-38 192 0,23-137 0,-12 130 0,28-68 0,2-141 0,0 0 0,0-1 0,0 1 0,0 0 0,0 0 0,0 0 0,-1 0 0,1-1 0,-1 1 0,0 0 0,-1 3 0,1-4 0,0 0 0,0 0 0,0 0 0,0 0 0,0 0 0,0 0 0,0-1 0,0 1 0,-1 0 0,1-1 0,0 1 0,-1-1 0,1 1 0,0-1 0,-1 0 0,-2 1 0,-23 3 0,-1-2 0,-51-2 0,16-1 0,-35 4-80,-198 1-1205,282-4-5541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8:26.3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 0 24575,'5'18'0,"-1"1"0,-1-1 0,2 36 0,-2-26 0,2 33 0,-6 123 0,1-183 0,0 1 0,0-1 0,0 1 0,0-1 0,-1 1 0,1 0 0,-1-1 0,1 1 0,-1-1 0,1 0 0,-1 1 0,0-1 0,0 1 0,0-1 0,0 0 0,0 0 0,0 1 0,0-1 0,0 0 0,0 0 0,0 0 0,-1 0 0,1 0 0,0-1 0,-1 1 0,1 0 0,-1-1 0,1 1 0,-3 0 0,1-1 0,1 1 0,-1-1 0,0 0 0,0 0 0,0-1 0,0 1 0,1-1 0,-1 1 0,0-1 0,0 0 0,1 0 0,-1 0 0,0 0 0,1 0 0,-5-4 0,-4-4 0,0 0 0,1-1 0,0 0 0,-14-18 0,21 23 0,0 0 0,0 0 0,0-1 0,0 1 0,1-1 0,0 1 0,0-1 0,1 0 0,0 0 0,-2-11 0,2-5 0,2-37 0,1 19 0,-2 35 0,0 0 0,0-1 0,1 1 0,-1 0 0,1-1 0,1 1 0,2-8 0,-3 11 0,0-1 0,1 1 0,-1-1 0,1 1 0,0 0 0,0 0 0,0 0 0,0 0 0,0 0 0,0 0 0,0 0 0,1 1 0,-1-1 0,1 1 0,4-2 0,21-11-1365,-22 9-5461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8:29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59 24575,'10'337'0,"-8"-326"0,-1 23 0,0-32 0,-2 0 0,1 0 0,0 0 0,0 0 0,-1 0 0,1-1 0,-1 1 0,1 0 0,-1 0 0,0 0 0,0 0 0,0-1 0,-1 3 0,2-4 0,-1 1 0,1-1 0,0 0 0,-1 1 0,1-1 0,0 0 0,-1 1 0,1-1 0,0 0 0,-1 0 0,1 1 0,-1-1 0,1 0 0,0 0 0,-1 0 0,1 0 0,-1 1 0,1-1 0,-1 0 0,1 0 0,-1 0 0,1 0 0,-1 0 0,1 0 0,0 0 0,-1 0 0,1 0 0,-1 0 0,0-1 0,0 0 0,0 1 0,0-1 0,0 0 0,0 0 0,0 1 0,0-1 0,0 0 0,0 0 0,1 0 0,-1 0 0,0-2 0,-2-1 0,1-1 0,-1 0 0,1-1 0,-1-6 0,-1-10 0,2-1 0,0 0 0,2 0 0,2-26 0,0-8 0,-2 40 0,0 0 0,6-32 0,-5 43 0,1 0 0,0 0 0,0 0 0,1 0 0,0 0 0,0 0 0,0 1 0,0 0 0,1-1 0,8-8 0,-2 5 0,-1 0 0,1 1 0,1 0 0,16-10 0,-20 14 0,0 1 0,-1 0 0,1 0 0,0 0 0,1 1 0,-1 0 0,0 0 0,1 1 0,8-1 0,-9 2 0,1 0 0,-1 1 0,0 0 0,0 0 0,0 1 0,0 0 0,0 0 0,0 0 0,0 1 0,-1 0 0,10 6 0,-14-7 0,-1-1 0,1 1 0,-1-1 0,0 1 0,1 0 0,-1 0 0,0 0 0,0 0 0,0-1 0,-1 1 0,1 1 0,0-1 0,-1 0 0,1 0 0,-1 0 0,0 3 0,0 38 0,0-27 0,-1 10 0,-1 1 0,-1 0 0,-1-1 0,-1 1 0,-2-1 0,0-1 0,-2 1 0,-1-1 0,0-1 0,-19 30 0,26-49 0,0-1 0,-1 0 0,1 0 0,-1-1 0,0 1 0,0-1 0,0 1 0,0-1 0,0-1 0,-1 1 0,0-1 0,1 1 0,-1-1 0,0-1 0,0 1 0,-9 1 0,1 0 0,-1-2 0,0 0 0,1 0 0,-1-1 0,-16-2 0,24 1-21,1-1 0,-1 1-1,1-1 1,0 1-1,-8-5 1,1 1-1216,4 2-5589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13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24575,'10'24'0,"11"34"0,-6-16 0,89 270 0,-92-266 0,-2 0 0,-3 1 0,-1 0 0,-1 92 0,-16-21 120,8-103-368,0 0 1,-1 0-1,0 0 1,-1 0-1,-12 21 1,11-25-6579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15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0 122 24575,'21'-7'0,"40"-5"0,-28 7 0,559-86 0,-570 88 0,-7 1 0,1 1 0,29 1 0,-43 0 0,0 0 0,-1 1 0,1-1 0,0 1 0,0-1 0,0 1 0,-1 0 0,1-1 0,0 1 0,-1 0 0,1 0 0,-1 0 0,1 0 0,-1 1 0,1-1 0,-1 0 0,0 1 0,0-1 0,0 1 0,0-1 0,0 1 0,0-1 0,0 1 0,0 0 0,0 2 0,2 4 0,-1 1 0,0 0 0,-1-1 0,1 13 0,1 2 0,5 29 0,26 192 0,-32-213 0,-1 0 0,-2 0 0,-2 0 0,0 0 0,-2-1 0,-2 1 0,0-1 0,-2 0 0,-2-1 0,0 0 0,-2-1 0,-21 35 0,31-58 0,0 0 0,1-1 0,-1 1 0,1 0 0,0 0 0,1 1 0,-1-1 0,1 0 0,0 0 0,0 1 0,1-1 0,-1 7 0,1-9 0,0 1 0,0-1 0,0 1 0,-1-1 0,1 0 0,-1 1 0,0-1 0,0 1 0,0-1 0,-3 5 0,2-6 0,1 0 0,-1 1 0,0-1 0,-1-1 0,1 1 0,0 0 0,0 0 0,-1-1 0,1 0 0,-1 1 0,1-1 0,-1 0 0,0 0 0,-3 1 0,-97 21 0,43-11 0,-3 0-341,-1-1 0,0-4-1,-119-2 1,170-5-6485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32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274 1 24575,'5'88'0,"-1"-20"0,-3-45 0,0 99 0,-2-100 0,-1-1 0,-1 1 0,-9 33 0,11-51 0,0 0 0,0 0 0,0-1 0,-1 1 0,0 0 0,0-1 0,0 1 0,0-1 0,0 0 0,-1 0 0,1 0 0,-1 0 0,0 0 0,0 0 0,0-1 0,-1 1 0,1-1 0,0 0 0,-1 0 0,1 0 0,-1-1 0,0 1 0,0-1 0,1 0 0,-1 0 0,0 0 0,0 0 0,0-1 0,0 1 0,0-1 0,0 0 0,0-1 0,-5 0 0,5 1 0,0-1 0,1 0 0,-1 0 0,0-1 0,1 1 0,-1-1 0,1 0 0,0 0 0,0 0 0,0 0 0,0 0 0,0 0 0,0-1 0,0 0 0,1 0 0,-4-4 0,-4-6 0,1-1 0,-10-21 0,12 22 0,-3-5 0,-2-2 0,1-1 0,-11-33 0,21 51 0,0 0 0,1 0 0,-1 1 0,1-1 0,0 0 0,0 0 0,0 0 0,0 0 0,1 1 0,-1-1 0,1 0 0,0 0 0,0 1 0,0-1 0,0 0 0,0 1 0,0-1 0,1 1 0,-1-1 0,1 1 0,3-4 0,4-3 0,0 0 0,0 1 0,18-12 0,-13 10 0,-2 1 0,0-1 0,-1 1 0,0-2 0,16-20 0,-26 29-80,1 1 0,-1-1-1,1 1 1,-1-1 0,1 1-1,0 0 1,-1 0 0,1 0-1,0 0 1,0 0 0,0 0 0,0 0-1,0 0 1,0 1 0,0-1-1,4 0 1,6 0-6746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34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 39 24575,'-1'12'0,"0"0"0,-2 0 0,0 0 0,0 0 0,-1 0 0,-7 14 0,1 1 0,0 5 0,-6 14 0,15-44 0,0 0 0,-1 0 0,1 0 0,-1 0 0,1 0 0,-1-1 0,0 1 0,0-1 0,1 1 0,-1-1 0,0 0 0,-1 0 0,1 0 0,0 0 0,0 0 0,0 0 0,0-1 0,-1 1 0,1-1 0,0 1 0,-1-1 0,1 0 0,0 0 0,-1 0 0,1 0 0,-4-1 0,3 1 0,1 0 0,0-1 0,0 1 0,0-1 0,0 1 0,-1-1 0,1 0 0,0 0 0,0 1 0,0-2 0,0 1 0,1 0 0,-1 0 0,0-1 0,0 1 0,1-1 0,-1 1 0,1-1 0,-1 0 0,1 1 0,0-1 0,-1 0 0,1 0 0,0 0 0,0 0 0,1 0 0,-1 0 0,0-3 0,0-2 0,0 0 0,1 0 0,0-1 0,1 1 0,0 0 0,0 0 0,0 0 0,1 0 0,0 1 0,0-1 0,1 0 0,-1 1 0,2-1 0,4-7 0,5-4 0,0 1 0,1 0 0,21-18 0,-19 19 0,-9 9-1365,-2 0-5461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47.3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0 24575,'-3'62'0,"-13"74"0,3-29 0,6-50-23,2-18-648,0 43 0,5-69-6155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31.3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1 109 24575,'699'-41'0,"-410"9"0,23-1 0,-254 31-1365,-47 2-5461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32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0 24575,'5'5'0,"176"190"0,-179-192 0,3 3 0,1 0 0,-1 1 0,6 11 0,-10-17 0,-1 0 0,1 0 0,0 0 0,-1 1 0,1-1 0,-1 0 0,0 0 0,1 1 0,-1-1 0,0 0 0,0 1 0,1-1 0,-1 1 0,0-1 0,0 0 0,-1 1 0,1-1 0,0 0 0,0 1 0,-1-1 0,1 0 0,-1 1 0,1-1 0,-1 0 0,1 0 0,-1 0 0,0 1 0,-1 1 0,-7 3 0,1 0 0,-1 0 0,0-1 0,-1 0 0,1-1 0,-1 0 0,-11 3 0,-17 8 0,22-8 0,1 1 0,1 1 0,-1 0 0,-16 15 0,23-17 0,1-1 0,0 1 0,1 1 0,-1-1 0,2 1 0,-1 0 0,1 0 0,0 1 0,-4 9 0,5-5-1365,1 0-5461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34.1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24575,'0'702'0,"5"-619"-1365,-3-64-5461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37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1 175 24575,'146'3'0,"43"-2"0,224-32-400,-1-30-281,-264 38 813,180-39 101,-327 62-216,0 0 0,1-1 0,-1 1 0,0 0 0,0 0 0,0 0 0,0-1 0,0 1 0,0 0 1,0 1-1,1-1 0,-1 0 0,0 0 0,0 0 0,0 1 0,0-1 0,0 0 0,0 1 0,0-1 0,2 2 0,-2-1 6,-1 1-1,1-1 0,0 0 1,0 1-1,-1-1 0,1 0 1,-1 1-1,1-1 1,-1 1-1,0-1 0,0 1 1,1 0-1,-1-1 0,0 1 1,-1 1-1,0 34-22,-12 71 0,2-26 0,3 220 0,8-236 0,6 19 0,0 4 0,-6-85 0,0-1 0,0 0 0,0 0 0,0 1 0,-1-1 0,1 0 0,-2 6 0,1-8 0,0 1 0,0-1 0,1 0 0,-1 0 0,0 0 0,0 1 0,0-1 0,-1 0 0,1 0 0,0 0 0,0-1 0,0 1 0,-1 0 0,1 0 0,-1-1 0,1 1 0,-3 0 0,-58 18 0,0-4 0,-92 12 0,135-24 0,-306 38 0,223-33 0,-151-8 0,203-5 0,1-2 0,-50-13 0,70 13 0,-1 3 0,1 1 0,-1 1 0,-40 2 0,28 1 0,24 0 0,-30 5 0,20-2 0,-13 6-1365,32-9-5461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39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24575,'2'4'0,"1"10"0,0 6 0,-1 6 0,2 2 0,-1 5 0,0-1 0,0 2 0,0-3 0,1-5 0,-2-4 0,1-4 0,-2-3 0,0-3 0,-1 0 0,0-3-8191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42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0 24575,'4'1'0,"0"0"0,0 1 0,0-1 0,0 1 0,0 0 0,0 0 0,0 0 0,-1 1 0,1-1 0,-1 1 0,4 3 0,8 5 0,1 2 0,0 0 0,0 1 0,-1 1 0,-1 0 0,-1 1 0,16 23 0,-26-35 0,0 1 0,-1 0 0,1 1 0,-1-1 0,0 0 0,-1 1 0,1-1 0,-1 1 0,1 9 0,-1 0 0,-1 0 0,-2 23 0,1-33 0,0 1 0,-1-1 0,0 1 0,0-1 0,0 0 0,-1 0 0,1 0 0,-1 0 0,0 0 0,-1-1 0,1 1 0,-1-1 0,0 0 0,-7 6 0,-3 2 0,0-2 0,0 0 0,-23 12 0,16-10 0,11-7 0,0 1 0,-16 5 0,22-9 0,-1-1 0,1 0 0,-1 0 0,1 0 0,-1-1 0,1 0 0,-1 0 0,1 0 0,-9-1 0,2-1 0,-1-1 0,0-1 0,1 0 0,0 0 0,0-1 0,-20-12 0,23 12 0,0-1 0,0 1 0,1-2 0,0 1 0,0-1 0,0 0 0,1 0 0,0-1 0,-5-10 0,8 13 0,1 1 0,0-1 0,0-1 0,1 1 0,0 0 0,0 0 0,0 0 0,0-8 0,3-44 0,0 20 0,-2 30 10,1-1 0,0 1 0,0 0-1,0-1 1,1 1 0,1 0 0,-1 0-1,1 0 1,0 0 0,6-8 0,3-4-382,2 1-1,15-18 1,-23 30 16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45.0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62 24575,'90'-2'0,"165"-24"0,-181 13-455,1 3 0,97 0 0,-160 10-6371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46.5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180 1 24575,'1'2'0,"1"0"0,-1 0 0,0 0 0,1 0 0,-1 0 0,0 1 0,-1-1 0,2 3 0,1 4 0,12 25 0,1-1 0,39 61 0,-52-88 0,0-1 0,0 1 0,-1-1 0,0 1 0,0 0 0,0 0 0,-1 0 0,1 0 0,-2 0 0,1 0 0,-1 1 0,0-1 0,0 0 0,0 0 0,-1 0 0,0 0 0,0 0 0,-1 0 0,0 0 0,0 0 0,0 0 0,-1-1 0,0 1 0,0-1 0,0 1 0,-7 7 0,-13 22 0,21-30 0,-1 1 0,-1-1 0,1 0 0,-1 0 0,0 0 0,0 0 0,0-1 0,0 0 0,-1 1 0,-9 5 0,-17 5-341,-1-1 0,-1-2-1,-52 13 1,72-21-6485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49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24575,'5'82'0,"0"-17"0,-3 173 0,-1-34 0,15-40 0,-11-124 0,-3-19-682,-1 24-1,-1-34-6143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52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24575,'395'30'0,"-100"-3"0,67-23 0,-212-5 0,-149 1 0,1 0 0,-1 0 0,0 0 0,1 0 0,-1 0 0,0 0 0,1 1 0,-1-1 0,0 1 0,0-1 0,1 1 0,-1-1 0,0 1 0,0 0 0,0-1 0,0 1 0,0 0 0,0 0 0,0 0 0,0 0 0,0 0 0,0 0 0,0 0 0,-1 0 0,1 0 0,0 1 0,-1-1 0,1 0 0,-1 0 0,1 1 0,0 1 0,0 4 0,0 0 0,-1 0 0,1 0 0,-1 0 0,-1 7 0,0 0 0,-1 50 0,-3 209 0,4-266 0,0-1 0,0 1 0,0-1 0,-1 0 0,0 1 0,0-1 0,-5 10 0,3-8 0,1 0 0,0 0 0,-3 14 0,4 19 0,2-31 0,0-1 0,-1 0 0,-2 12 0,2-20 0,1 1 0,-1-1 0,1 1 0,-1-1 0,0 0 0,0 0 0,0 1 0,0-1 0,0 0 0,0 0 0,0 0 0,0 0 0,0 0 0,0 0 0,-1 0 0,1 0 0,0-1 0,-1 1 0,1-1 0,-3 2 0,-3 0 0,-1 0 0,-13 1 0,16-2 0,-188 10 0,38-4 0,150-7 0,-349 21 0,26-22-1365,315 1-5461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54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24575,'2'2'0,"0"5"0,1 5 0,-1 4 0,-1 7 0,0 2 0,0 4 0,-1 0 0,0 2 0,0 0 0,0-4 0,-1-2 0,1-4 0,0-3 0,0-2 0,0-3 0,0 0 0,0-4-8191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6:58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379 33 24575,'-24'-6'0,"0"1"0,-45-4 0,7 1 0,51 6 0,1 1 0,-1 0 0,1 0 0,-1 1 0,1 0 0,-1 1 0,1 0 0,-17 5 0,26-6 0,-1 1 0,0 0 0,0 0 0,0 0 0,1 1 0,-1-1 0,0 0 0,1 0 0,-1 1 0,1-1 0,0 1 0,-1 0 0,1-1 0,0 1 0,0 0 0,0 0 0,0-1 0,1 1 0,-1 0 0,0 0 0,1 0 0,-1 0 0,0 3 0,0 5 0,0 0 0,0-1 0,1 16 0,0-19 0,1 1 0,-1 0 0,1-1 0,1 1 0,-1-1 0,5 11 0,-5-15 0,0 0 0,0 0 0,0 0 0,0 0 0,0 0 0,1 0 0,-1-1 0,0 1 0,1 0 0,-1-1 0,1 0 0,0 1 0,-1-1 0,1 0 0,0 0 0,0 0 0,0 0 0,0 0 0,0 0 0,0 0 0,0-1 0,0 1 0,4 0 0,84-1 0,-2-1 0,-76 2 0,0 1 0,-1 0 0,1 0 0,-1 1 0,16 6 0,-26-9 0,0 0 0,0 1 0,0-1 0,-1 1 0,1-1 0,0 1 0,-1-1 0,1 1 0,0-1 0,-1 1 0,1 0 0,-1-1 0,1 1 0,-1 0 0,1-1 0,-1 1 0,1 0 0,-1 0 0,0-1 0,1 1 0,-1 0 0,0 1 0,1 0 0,-1 0 0,0 0 0,0 0 0,-1 0 0,1 0 0,0 0 0,-1 0 0,1 0 0,-2 3 0,-1 3 0,-1 0 0,0 0 0,-7 10 0,10-18 0,-12 18 0,-1 0 0,0-2 0,-2 1 0,0-2 0,-1 0 0,0-1 0,-34 20 0,46-31 0,-1 0 0,0 0 0,0-1 0,0 0 0,0 0 0,0-1 0,-1 0 0,1 0 0,-11 1 0,-4-3 0,-32-3 0,50 4-85,-1-1 0,1 0-1,-1 1 1,1-2 0,0 1-1,0 0 1,0-1 0,0 1-1,0-1 1,0 0 0,0 0-1,0 0 1,1-1 0,-1 1-1,-2-3 1,0-3-6741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00.5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24575,'47'3'0,"85"14"0,-39-3 0,72 3 0,89 12 0,-219-23-61,-15-2-374,-1-1 1,33 1-1,-40-5-6391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02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 24575,'1'9'0,"0"1"0,0 0 0,1-1 0,0 1 0,1-1 0,0 0 0,7 15 0,36 59 0,-45-80 0,17 23 0,-10-15 0,-1 1 0,0 0 0,0 0 0,5 14 0,-11-22 0,0-1 0,0 1 0,0 0 0,-1 0 0,1-1 0,-1 1 0,0 0 0,0 0 0,0 0 0,0 0 0,-1 0 0,1-1 0,-1 1 0,0 0 0,0-1 0,-1 1 0,1 0 0,-1-1 0,-2 5 0,-5 3 0,1 0 0,-2 0 0,0-1 0,0-1 0,-13 10 0,-6 6 0,-1 0-1365,23-19-5461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03.4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0 24575,'4'27'0,"0"0"0,-2 0 0,-1 37 0,-1-31 0,-2 119 0,-23 164 0,19-258-1365,4-38-5461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06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141 1 24575,'553'0'0,"-476"7"0,-2-1 0,-11 0 0,-3 0 0,16-6 0,-76 0 0,0 0 0,0 0 0,0 0 0,0 1 0,0-1 0,0 0 0,0 1 0,0-1 0,0 1 0,0-1 0,0 1 0,-1 0 0,1-1 0,0 1 0,0 0 0,-1-1 0,1 1 0,0 0 0,-1 0 0,1 0 0,-1 0 0,1-1 0,-1 1 0,1 0 0,-1 0 0,1 0 0,-1 0 0,0 0 0,0 0 0,0 0 0,1 1 0,-1 5 0,0-1 0,0 0 0,0 1 0,-1 5 0,0-3 0,-8 88 0,-4 69 0,14 159 0,-1-322 0,0-1 0,0 1 0,-1-1 0,1 0 0,0 1 0,-1-1 0,0 1 0,1-1 0,-1 0 0,0 1 0,0-1 0,0 0 0,-1 0 0,1 0 0,0 0 0,-1 0 0,0 0 0,1 0 0,-1-1 0,0 1 0,0 0 0,0-1 0,0 1 0,0-1 0,-3 2 0,-4 0 0,-1 1 0,1-2 0,-1 1 0,1-1 0,-12 1 0,11-2 0,-60 6 0,-136-4 0,117-4 0,53 1 0,-75-1 0,-144 18 0,209-13-682,-64-1-1,98-3-6143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12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64 24575,'-1'22'0,"-2"0"0,0 0 0,-7 21 0,5-17 0,2-14 0,0 0 0,0 0 0,-1-1 0,-10 23 0,12-31 0,0 0 0,0 1 0,0-1 0,-1-1 0,1 1 0,-1 0 0,1-1 0,-1 1 0,0-1 0,0 0 0,0 0 0,0 0 0,-1 0 0,1 0 0,0-1 0,-1 1 0,1-1 0,-1 0 0,0 0 0,-5 0 0,7 0 0,-5 0 0,-1-1 0,1 1 0,0-1 0,-14-2 0,20 2 0,-1 0 0,0 0 0,1-1 0,-1 1 0,1-1 0,-1 0 0,1 1 0,-1-1 0,1 0 0,0 0 0,-1 0 0,1 0 0,0 0 0,-1 0 0,1 0 0,0-1 0,0 1 0,0 0 0,0-1 0,0 1 0,1 0 0,-1-1 0,0 1 0,1-1 0,-1 0 0,1 1 0,-1-2 0,-2-13 0,1 1 0,1 0 0,1-28 0,8-46 0,6 21 0,-8 43 0,-6 24 0,0-1 0,1 1 0,0 0 0,-1 0 0,1-1 0,0 1 0,-1 0 0,1 0 0,0 0 0,0 0 0,0 0 0,0 0 0,0 0 0,0 0 0,0 0 0,0 1 0,0-1 0,1 0 0,-1 1 0,0-1 0,1 1 0,-1-1 0,0 1 0,0-1 0,1 1 0,-1 0 0,2 0 0,6-1 0,-1 1 0,0-1 0,13 3 0,-7-1 0,29 0-1365,-32-1-5461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15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 24575,'145'1'0,"150"-2"0,-214-5 0,25 0 0,-41 6-1365,-54 0-5461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17.1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0 24575,'5'6'0,"33"30"0,-3 2 0,54 73 0,-88-109 0,1 0 0,-1 0 0,0 1 0,0-1 0,0 0 0,0 0 0,0 1 0,0-1 0,-1 1 0,1-1 0,-1 0 0,1 1 0,-1-1 0,0 1 0,0-1 0,0 1 0,-1-1 0,1 1 0,0-1 0,-1 1 0,0-1 0,1 0 0,-1 1 0,0-1 0,0 0 0,-2 3 0,-3 2 0,0 1 0,0-1 0,-1 0 0,1-1 0,-14 10 0,-15 16 0,-75 87-1365,101-108-5461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18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24575,'3'8'0,"0"0"0,-1 0 0,0 1 0,-1-1 0,0 0 0,0 1 0,-1 0 0,0 12 0,0 0 0,-7 188 0,4-170 0,3-33 0,-4 55 0,6 91 0,9-86-1365,-10-54-5461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30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1 24575,'8'0'0,"1"2"0,-1-1 0,1 1 0,14 5 0,7 2 0,-27-8 0,-1-1 0,1 1 0,0 0 0,0 0 0,-1 0 0,1 0 0,-1 0 0,1 1 0,-1-1 0,0 1 0,1 0 0,3 3 0,-5-4 0,0 1 0,0 0 0,0-1 0,-1 1 0,1 0 0,0-1 0,-1 1 0,1 0 0,-1 0 0,1 0 0,-1-1 0,0 1 0,0 0 0,0 0 0,0 0 0,0 0 0,0 0 0,0-1 0,-1 1 0,0 3 0,-3 5 0,0 0 0,-1 0 0,0 0 0,0-1 0,-1 0 0,-1 0 0,-11 13 0,-2 3 0,16-19 0,-1-1 0,1 0 0,-1 0 0,-1 0 0,1-1 0,-1 1 0,-6 3 0,-6 1 0,-21 10 0,16-9 0,22-10 0,0 0 0,1 0 0,-1 0 0,0 1 0,0-1 0,1 0 0,-1 1 0,0-1 0,1 0 0,-1 1 0,0-1 0,1 1 0,-1-1 0,1 1 0,-1 0 0,1-1 0,-1 1 0,1-1 0,-1 1 0,1 0 0,0-1 0,-1 1 0,1 0 0,0 0 0,0-1 0,-1 1 0,1 0 0,0 0 0,0-1 0,0 2 0,1-1 0,-1 0 0,1 0 0,0 0 0,-1 0 0,1 0 0,0 0 0,0 0 0,0 0 0,0-1 0,0 1 0,0 0 0,0-1 0,0 1 0,0-1 0,0 1 0,0-1 0,0 1 0,0-1 0,0 0 0,2 1 0,32 10 0,-25-8 0,0 0 0,0 0 0,0 0 0,1-2 0,16 2 0,-9-2-682,32 4-1,-38-3-6143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32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216 2 24575,'-23'-1'0,"15"1"0,-1-1 0,1 1 0,-1 1 0,1 0 0,-12 2 0,18-3 0,0 1 0,0 0 0,0 0 0,0 0 0,0 0 0,1 0 0,-1 0 0,0 0 0,0 1 0,1-1 0,-1 1 0,1-1 0,-1 1 0,1-1 0,0 1 0,-1 0 0,1 0 0,0 0 0,0 0 0,0 0 0,1 0 0,-1 0 0,0 0 0,1 0 0,-1 4 0,-1 3 0,2 1 0,-1 0 0,1-1 0,0 1 0,1 0 0,3 14 0,19 56 0,-12-47 0,-11-32 0,0 1 0,0-1 0,1 0 0,-1 0 0,0 0 0,1 0 0,-1 0 0,1 0 0,-1 0 0,1 0 0,0-1 0,-1 1 0,1 0 0,0 0 0,0 0 0,-1-1 0,1 1 0,0 0 0,0-1 0,0 1 0,0-1 0,0 1 0,0-1 0,0 1 0,0-1 0,0 0 0,0 1 0,0-1 0,0 0 0,3 0 0,0-1 0,1 1 0,0-1 0,-1-1 0,1 1 0,-1-1 0,6-2 0,-7 3 0,0-1 0,0 1 0,0 0 0,0 0 0,0 0 0,0 0 0,0 0 0,0 1 0,0 0 0,0-1 0,1 1 0,3 1 0,-6-1 0,0 1 0,0-1 0,0 1 0,0 0 0,0 0 0,0 0 0,0-1 0,0 1 0,0 0 0,-1 0 0,1 0 0,0 0 0,-1 0 0,1 0 0,0 1 0,-1-1 0,0 0 0,1 0 0,-1 0 0,0 0 0,1 1 0,-1-1 0,0 2 0,0 32 0,0-28 0,0-4 0,0 2 0,0 1 0,0-1 0,-1 0 0,0 1 0,-2 7 0,2-11 0,0-1 0,1 1 0,-1-1 0,0 1 0,0-1 0,0 1 0,-1-1 0,1 0 0,0 1 0,0-1 0,-1 0 0,1 0 0,-1 0 0,1 0 0,-1 0 0,1 0 0,-1 0 0,1-1 0,-1 1 0,-3 0 0,-12 2 0,0 0 0,0-2 0,-1 0 0,1-1 0,-22-2 0,-4 0 0,3 1-1365,30 1-5461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34.5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24575,'185'5'0,"-142"-2"0,-1 2 0,55 14 0,-80-14 0,-7-2 0,0-1 0,0 1 0,1-2 0,18 2 0,66-4-1365,-85 1-5461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35.9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1 24575,'1'5'0,"0"0"0,0 0 0,0 0 0,1-1 0,0 1 0,0 0 0,0-1 0,0 1 0,4 4 0,3 6 0,52 90 0,-48-85 0,-12-17 0,1 0 0,-1 0 0,0-1 0,0 1 0,0 0 0,0 0 0,0 0 0,-1 0 0,1 0 0,-1 0 0,0 1 0,0-1 0,0 0 0,0 0 0,0 0 0,-1 0 0,0 0 0,1 0 0,-1 0 0,0 0 0,-1 0 0,1-1 0,-3 6 0,-4 4 0,0-1 0,0 0 0,-1 0 0,-12 10 0,-2 3 0,13-14 0,0 0 0,-1 0 0,0-1 0,-13 7 0,6-4 0,12-7-285,1 0 1,-1 0-1,-7 10 0,13-14 59,-9 8-6600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37.3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 1 24575,'6'106'0,"-1"-6"0,-6-61 0,-2 0 0,-13 65 0,-29 73 0,27-112 0,15-50-341,-1 0 0,2 0-1,-2 29 1,4-34-6485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39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0 24575,'236'14'0,"-164"-8"0,144 18 0,-107-9 0,115 0 0,-159-22 0,-64 7 0,-1 0 0,1 0 0,0 0 0,0 0 0,0 0 0,-1 0 0,1 1 0,0-1 0,0 0 0,0 1 0,-1-1 0,1 0 0,0 1 0,-1-1 0,1 1 0,0-1 0,-1 1 0,1 0 0,-1-1 0,1 1 0,-1-1 0,1 1 0,-1 0 0,1 0 0,-1-1 0,0 1 0,1 0 0,-1 0 0,0-1 0,0 1 0,1 1 0,0 3 0,0 0 0,0 1 0,-1 8 0,0-8 0,0 197 0,-2-83 0,2 52 0,0-169 0,0 0 0,0 0 0,0 0 0,-1 0 0,1 0 0,-1 0 0,0 0 0,0 0 0,0 0 0,0 0 0,-1 0 0,1 0 0,-1-1 0,0 1 0,0-1 0,1 1 0,-2-1 0,1 0 0,0 0 0,0 1 0,-1-2 0,1 1 0,-1 0 0,0 0 0,1-1 0,-1 0 0,0 1 0,0-1 0,0 0 0,-5 1 0,-8 1 0,0 0 0,0-2 0,-1 0 0,-26-1 0,29 0 0,-162-7 0,-26 0 0,-77 16 0,204 4 122,3 0-1609,58-12-5339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42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86 24575,'43'-18'0,"1"2"0,1 2 0,0 2 0,62-9 0,-100 20 0,-2 0 0,-1 0 0,1 0 0,0 1 0,-1 0 0,8 0 0,-11 0 0,0 0 0,0 1 0,0-1 0,0 0 0,0 1 0,0-1 0,0 0 0,0 1 0,-1-1 0,1 1 0,0 0 0,0-1 0,0 1 0,0 0 0,-1-1 0,1 1 0,0 0 0,-1 0 0,1 0 0,-1 0 0,1-1 0,-1 1 0,1 0 0,-1 0 0,1 0 0,-1 0 0,0 0 0,0 0 0,1 2 0,0 3 0,0 1 0,-1 0 0,1 0 0,-1 0 0,0 0 0,-1 0 0,-2 12 0,2-15 0,-1 0 0,1 0 0,-1 0 0,1 0 0,-1-1 0,0 1 0,0-1 0,-1 1 0,1-1 0,-1 0 0,1 0 0,-1 0 0,0 0 0,0 0 0,-4 1 0,-19 12 0,-1-1 0,-35 14 0,56-26 0,0 0 0,1 0 0,-10 6 0,14-8 0,0 0 0,0-1 0,0 1 0,0 0 0,0 0 0,1 0 0,-1 0 0,0 0 0,1 0 0,-1 0 0,0 2 0,1-2 0,-1-1 0,1 1 0,0 0 0,0-1 0,0 1 0,0-1 0,0 1 0,0 0 0,0-1 0,1 1 0,-1-1 0,0 1 0,0 0 0,0-1 0,1 1 0,-1-1 0,0 1 0,1-1 0,-1 1 0,0-1 0,1 1 0,-1-1 0,0 1 0,2 0 0,0 1 0,1 0 0,-1 1 0,0 0 0,0-1 0,0 1 0,0 0 0,-1 0 0,1 0 0,-1 0 0,1 0 0,-1 1 0,0-1 0,0 0 0,-1 0 0,1 1 0,0 6 0,-2-5 0,1 0 0,-1 0 0,0 1 0,0-1 0,-1 0 0,1 0 0,-1 0 0,0-1 0,0 1 0,-4 5 0,-3 3 0,0-1 0,0 0 0,-1-1 0,-1 0 0,0 0 0,-21 15 0,22-19 0,0-1 0,-1 1 0,0-2 0,0 1 0,0-2 0,-1 1 0,1-2 0,-1 0 0,0 0 0,0-1 0,0 0 0,-1-1 0,1 0 0,0-1 0,0-1 0,-1 0 0,-12-3 0,13 1-1365,3 0-5461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43.9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 0 24575,'2'2'0,"-1"0"0,0 0 0,0 0 0,0 0 0,0 0 0,0 0 0,-1 0 0,1 1 0,0-1 0,-1 0 0,1 4 0,0 27 0,-2-27 0,1 6 0,-1 0 0,0-1 0,-1 1 0,-1 0 0,0 0 0,0-1 0,-1 0 0,-1 0 0,0 0 0,0 0 0,-1-1 0,0 1 0,-13 14 0,15-21 0,-1 0 0,1-1 0,-1 1 0,1-1 0,-1-1 0,0 1 0,0-1 0,0 1 0,0-1 0,0-1 0,-1 1 0,1-1 0,-1 0 0,1 0 0,-1-1 0,1 1 0,-1-1 0,-6-1 0,11 1 0,0 0 0,0 0 0,0 0 0,0-1 0,0 1 0,0 0 0,0-1 0,0 1 0,0 0 0,0-1 0,0 1 0,0-1 0,0 0 0,0 1 0,1-1 0,-1 0 0,0 0 0,0 1 0,1-1 0,-1 0 0,0 0 0,0-1 0,0 0 0,0 0 0,1 0 0,-1 0 0,1 0 0,-1 0 0,1 0 0,0-1 0,0 1 0,0 0 0,0-4 0,1-1 0,1 0 0,-1 0 0,1 0 0,1 0 0,4-11 0,5-4 0,24-32 0,1-1 0,-32 45-1365,-2 2-5461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45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58 24575,'6'0'0,"11"0"0,15 0 0,14 0 0,14-4 0,8-1 0,8-1 0,1 0 0,0 0 0,-5 0 0,-8 0 0,-8 0 0,-11 0 0,-11 2 0,-11 1-8191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46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 24575,'1'21'0,"1"0"0,6 30 0,-4-31 0,0 1 0,0 34 0,-4-51 0,-1-1 0,1 1 0,-1 0 0,0 0 0,0-1 0,0 1 0,-1-1 0,1 1 0,-1-1 0,0 1 0,0-1 0,0 0 0,-3 3 0,-5 6 0,0-2 0,-13 12 0,-4 4 0,-13 13-1365,29-26-5461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47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24575,'4'10'0,"6"18"0,2 14 0,2 10 0,3 10 0,0 1 0,-1-4 0,-3-4 0,-2-10 0,-2-8 0,-3-8 0,-3-7 0,-1-6 0,-1-3 0,-2-2 0,1-2-8191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50.7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 24575,'-12'399'0,"6"-346"70,3-33-787,-1 30-1,4-39-6108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52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24575,'205'7'0,"2"0"0,-131-8 0,79 1 0,-100 8 0,-24-4 0,-29-3 0,0-1 0,0 1 0,-1 0 0,1-1 0,0 1 0,-1 0 0,1 0 0,0 0 0,-1 0 0,1 0 0,-1 1 0,1-1 0,-1 0 0,0 1 0,0-1 0,0 1 0,1-1 0,-1 1 0,-1-1 0,1 1 0,0 0 0,0-1 0,-1 1 0,1 0 0,0 3 0,1 4 0,0 0 0,-1 1 0,1 16 0,-19 307 0,6-200 0,8-61 0,3-70 0,0-1 0,-1 1 0,1-1 0,0 1 0,0-1 0,-1 0 0,1 1 0,-1-1 0,0 1 0,1-1 0,-1 0 0,0 1 0,0-1 0,1 0 0,-1 0 0,0 0 0,0 0 0,-1 1 0,1-2 0,0 1 0,0 0 0,0 0 0,-1 0 0,1 0 0,0-1 0,-1 1 0,1-1 0,-1 1 0,1-1 0,-3 1 0,-5 1 0,1-1 0,-1 0 0,0 0 0,-10-2 0,11 1 0,-172-13 0,0-16 0,38 6 0,61 15-1365,64 8-5461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57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1 24575,'8'1'0,"-1"0"0,1 0 0,-1 1 0,0 0 0,8 3 0,5 2 0,-18-7 0,0 1 0,0 0 0,0-1 0,0 1 0,0 0 0,0 0 0,-1 0 0,1 0 0,0 0 0,-1 1 0,1-1 0,-1 0 0,1 1 0,-1-1 0,1 1 0,-1-1 0,0 1 0,0 0 0,0 0 0,0-1 0,1 3 0,-2-2 0,0 0 0,1 0 0,-1 0 0,0 0 0,0-1 0,0 1 0,0 0 0,0 0 0,-1 0 0,1 0 0,-1 0 0,1-1 0,-1 1 0,1 0 0,-1 0 0,0-1 0,0 1 0,0 0 0,0-1 0,0 1 0,0-1 0,0 1 0,-2 0 0,-2 2 0,1 0 0,-1 0 0,1 0 0,-1-1 0,0 0 0,0 0 0,-1 0 0,-9 3 0,-2-1 0,-29 5 0,-10 3 0,55-13 0,0 1 0,0-1 0,0 1 0,0-1 0,0 1 0,1 0 0,-1-1 0,0 1 0,0 0 0,0 0 0,1 0 0,-1 0 0,0 0 0,1 0 0,-1 0 0,1 0 0,-1 0 0,1 0 0,0 0 0,-1 0 0,1 0 0,0 0 0,0 0 0,-1 0 0,1 1 0,0-1 0,0 0 0,0 0 0,1 0 0,-1 0 0,0 0 0,1 2 0,0 5 0,1 1 0,1 0 0,3 9 0,-2-6 0,-3-10 7,0 0-1,-1 0 0,1 0 0,-1 0 1,0-1-1,0 1 0,1 0 1,-1 0-1,0 0 0,-1 0 1,1 0-1,0 0 0,-1 0 0,1 0 1,-1 0-1,1 0 0,-1 0 1,-1 2-1,0-2-120,1 0 0,-1 0-1,0 0 1,0 0 0,0-1 0,-1 1-1,1-1 1,0 1 0,-1-1 0,1 0-1,-1 1 1,-4 0 0,-4 2-6712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7:59.8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680 49 24575,'-4'-3'0,"-1"1"0,1-1 0,-1 1 0,1 0 0,-1 0 0,0 0 0,0 0 0,-7-1 0,-1 0 0,-7-4 0,10 3 0,0 0 0,0 1 0,-17-3 0,25 6 0,-1 0 0,1-1 0,-1 1 0,1 0 0,-1 1 0,1-1 0,-1 0 0,1 1 0,-1-1 0,1 1 0,0 0 0,-1 0 0,1 0 0,0 0 0,0 0 0,0 0 0,0 1 0,0-1 0,0 1 0,-3 2 0,-3 5 0,0 1 0,1 0 0,0 0 0,1 1 0,0-1 0,1 1 0,0 1 0,1-1 0,0 1 0,0-1 0,2 1 0,-1 0 0,0 22 0,4-26 0,0 0 0,1 1 0,0-1 0,1 0 0,-1 0 0,2-1 0,-1 1 0,1-1 0,0 1 0,1-1 0,9 11 0,-13-16 0,0-1 0,0 0 0,1 0 0,-1 1 0,0-1 0,1 0 0,-1 0 0,1 0 0,-1 0 0,1-1 0,0 1 0,-1 0 0,1-1 0,0 1 0,0-1 0,0 1 0,3-1 0,0 0 0,1 0 0,-1-1 0,1 1 0,7-3 0,-7 1 0,-1 1 0,1 0 0,9 0 0,-13 1 0,-1 0 0,1 0 0,0 1 0,-1-1 0,1 0 0,-1 1 0,1-1 0,-1 1 0,1-1 0,-1 1 0,1 0 0,-1 0 0,0 0 0,1 0 0,-1 0 0,0 0 0,2 1 0,-3-1 0,1-1 0,-1 1 0,1 0 0,-1-1 0,1 1 0,-1 0 0,1 0 0,-1-1 0,0 1 0,1 0 0,-1 0 0,0-1 0,0 1 0,0 0 0,1 0 0,-1 0 0,0 0 0,0-1 0,0 1 0,0 0 0,-1 0 0,1 1 0,-1 0 0,1-1 0,-1 1 0,0 0 0,0-1 0,0 1 0,0-1 0,0 1 0,0-1 0,-3 3 0,-2 1 0,0 0 0,0-1 0,0 0 0,-8 5 0,0-3 0,-1 0 0,1-1 0,-1 0 0,0-1 0,0-1 0,-17 2 0,-95 2 0,118-6 0,-236-3-747,221 2 129,5-1-6208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8:01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 24575,'41'6'0,"0"-2"0,56-2 0,-53-2 0,84-2 0,178-27 0,-270 25-1365,-23 3-5461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8:02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0 24575,'19'30'0,"-3"-6"0,-2 0 0,17 39 0,-28-52 0,1 0 0,-1 0 0,0 0 0,-1 0 0,-1 0 0,1 20 0,-2-15 0,0 0 0,-2 1 0,0-1 0,0 0 0,-2 0 0,0 0 0,-1-1 0,0 0 0,-9 16 0,11-25 0,-2 1 0,1-1 0,-1 0 0,0 0 0,0 0 0,-1-1 0,-9 8 0,4-5 0,-1 1 0,-1-2 0,-13 7 0,13-8-1365,3-3-5461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8:05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1 24575,'-2'84'0,"-2"1"0,-22 115 0,19-164 0,2 1 0,0 67 0,6 1-1365,-1-92-5461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8:07.1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 34 24575,'191'12'0,"-48"-2"0,-10-8 0,244-27 0,-294 9 0,2-1 0,-84 17 0,0 0 0,0 0 0,0 0 0,0 0 0,0 0 0,0 0 0,0 1 0,0-1 0,0 0 0,0 1 0,0-1 0,-1 0 0,1 1 0,0-1 0,0 1 0,0-1 0,0 1 0,-1 0 0,1-1 0,0 1 0,0 0 0,-1-1 0,1 1 0,-1 0 0,1 0 0,-1 0 0,1 0 0,-1-1 0,1 1 0,-1 0 0,1 2 0,0 2 0,1 0 0,-1 0 0,0 1 0,0 8 0,-1 13 0,0 0 0,-2 1 0,-6 30 0,-22 82 0,15-78 0,9-36 0,1 1 0,-2 0 0,-13 34 0,16-49 0,0-1 0,1 1 0,-3 21 0,1-6 0,4-24 0,0 0 0,0 0 0,-1 0 0,0 0 0,1 0 0,-1 0 0,0-1 0,-1 1 0,1-1 0,0 1 0,-1-1 0,1 0 0,-1 0 0,-4 3 0,-7 4 0,-22 11 0,33-19 0,-28 13 0,-2-1 0,-57 15 0,-70 7 0,155-34 0,-38 6 0,0-2 0,0-1 0,-69-5 0,-127-24 0,67 4 0,152 19-1365,4 2-5461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8:09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24575,'0'2'0,"0"0"0,-1-1 0,1 1 0,-1 0 0,0-1 0,0 1 0,1-1 0,-1 1 0,-2 1 0,-1 3 0,-14 24 0,-1 0 0,-2-1 0,0-1 0,-36 34 0,54-59 0,0 0 0,0 0 0,0 1 0,1-1 0,-5 8 0,7-11 0,0 1 0,-1-1 0,1 1 0,0-1 0,0 1 0,-1-1 0,1 1 0,0-1 0,0 1 0,0 0 0,0-1 0,0 1 0,0-1 0,0 1 0,0 0 0,0-1 0,0 1 0,0-1 0,0 1 0,0 0 0,1-1 0,-1 1 0,0-1 0,0 1 0,1-1 0,-1 1 0,0-1 0,1 1 0,-1-1 0,0 1 0,1-1 0,-1 1 0,1-1 0,-1 0 0,1 1 0,-1-1 0,1 0 0,-1 1 0,1-1 0,-1 0 0,1 0 0,-1 1 0,1-1 0,0 0 0,-1 0 0,1 0 0,-1 0 0,1 0 0,0 0 0,0 0 0,50 6 0,91 0 0,-140-6 0,-1 0 0,0 0 0,1 0 0,-1 0 0,0 0 0,0 0 0,1 1 0,-1-1 0,0 1 0,1-1 0,-1 1 0,0-1 0,0 1 0,0-1 0,0 1 0,0 0 0,1 0 0,-1 0 0,0 0 0,-1 0 0,2 1 0,0 0 0,-1 0 0,0 0 0,-1 0 0,1 0 0,0 0 0,-1 1 0,1-1 0,-1 0 0,0 0 0,1 0 0,-1 5 0,-1 2 0,0-1 0,-1 1 0,1 0 0,-2 0 0,-4 11 0,-3 6-6,4-12-674,-7 22 1,10-23-6147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8:11.5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1 24575,'1'1'0,"0"-1"0,1 1 0,-1 0 0,0 0 0,0-1 0,0 1 0,0 0 0,0 0 0,0 0 0,0 0 0,0 1 0,-1-1 0,1 0 0,0 0 0,0 2 0,2 1 0,2 4 0,0 1 0,0 0 0,0 0 0,-1 0 0,0 0 0,-1 0 0,0 1 0,-1 0 0,0-1 0,0 1 0,-1 0 0,0 0 0,-2 17 0,0-22 0,0-1 0,0 1 0,-1-1 0,0 0 0,0 0 0,0 1 0,-1-1 0,1-1 0,-1 1 0,0 0 0,0-1 0,0 1 0,-1-1 0,1 0 0,-1 0 0,0 0 0,0-1 0,0 1 0,0-1 0,0 0 0,0 0 0,-1 0 0,1-1 0,-1 0 0,1 1 0,-1-2 0,-5 2 0,7-2 0,0-1 0,0 1 0,0 0 0,0-1 0,0 0 0,1 0 0,-1 0 0,0 0 0,0 0 0,1 0 0,-1-1 0,1 1 0,-1-1 0,1 0 0,-1 0 0,1 0 0,0 0 0,0 0 0,0 0 0,0 0 0,0-1 0,1 1 0,-1-1 0,-1-5 0,0 3 0,1-1 0,1 0 0,-1 0 0,1 0 0,0 0 0,0 0 0,1 0 0,0 0 0,0 0 0,0 0 0,2-8 0,-1 10-92,1-10-332,1 1-1,7-23 1,-7 28-6402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56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 24575,'-4'179'0,"3"90"0,4-210 0,-1-14 0,-3 55 0,-4-63-20,3-29-148,1 0 0,0 0 0,0 0-1,1 0 1,0 0 0,0 0 0,2 12 0,1-9-6658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58.6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317 36 24575,'76'-11'0,"111"-2"0,-105 9 0,-49 2 0,116-4 0,-119 7 0,-1 1 0,59 11 0,-68-10 0,0 0 0,1-2 0,33 0 0,16 0 0,-68-1 0,0 0 0,0 1 0,0-1 0,0 1 0,0-1 0,0 1 0,-1 0 0,1 0 0,0 0 0,0 0 0,-1 0 0,1 0 0,-1 0 0,1 1 0,-1-1 0,1 0 0,-1 1 0,0-1 0,1 1 0,-1 0 0,0-1 0,0 1 0,0 0 0,-1 0 0,1 0 0,0-1 0,0 4 0,1 4 0,0 1 0,0 0 0,-1 0 0,-1 12 0,0-17 0,-1 39 0,-2 1 0,-11 59 0,-5 51 0,19-113 0,1-32 0,0 0 0,-1 1 0,-1-1 0,0 1 0,0-1 0,-1 0 0,-1 1 0,1-1 0,-5 10 0,2-9 0,1 0 0,-4 16 0,6-17 0,-1 0 0,0-1 0,-9 19 0,10-25 0,0-1 0,0 1 0,0-1 0,0 0 0,-1 0 0,1 0 0,-1 0 0,1 0 0,-1 0 0,0-1 0,0 1 0,-5 1 0,-41 12 0,38-12 0,-29 6 0,0-2 0,-51 2 0,-83-4 0,141-4 0,-128-1 0,-225-27 0,384 27-24,-96-11-1317,86 11-5485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00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1 24575,'5'0'0,"1"0"0,-1 0 0,1 1 0,0 0 0,6 2 0,-11-3 0,-1 0 0,1 0 0,0 1 0,0-1 0,0 1 0,0-1 0,0 0 0,-1 1 0,1-1 0,0 1 0,0 0 0,-1-1 0,1 1 0,0 0 0,-1-1 0,1 1 0,-1 0 0,1-1 0,-1 1 0,1 0 0,-1 0 0,1 0 0,-1 0 0,0 0 0,1-1 0,-1 1 0,0 0 0,0 0 0,0 0 0,0 0 0,0 0 0,0 0 0,0 0 0,0 0 0,0 0 0,0 0 0,0 0 0,-1 0 0,1-1 0,-1 3 0,-2 2 0,1 0 0,-1 0 0,0 0 0,0 0 0,-1-1 0,0 1 0,1-1 0,-10 7 0,-38 28 0,46-36 0,-138 88 0,131-84 0,0 0 0,-17 5 0,4-1 0,24-10 0,0-1 0,0 0 0,0 1 0,0-1 0,0 1 0,0 0 0,0-1 0,0 1 0,0 0 0,1-1 0,-1 1 0,0 0 0,0 0 0,1 0 0,-1 0 0,1 0 0,-1 0 0,0 1 0,1-1 0,0 0 0,0 0 0,0 0 0,0-1 0,0 1 0,0 0 0,0 0 0,0 0 0,1 0 0,-1-1 0,0 1 0,0 0 0,1 0 0,-1 0 0,1-1 0,-1 1 0,1 0 0,0 0 0,4 5 0,0-2 0,0 1 0,1 0 0,10 6 0,-2-2 0,-6-3 0,0 0 0,1 0 0,0-1 0,0 0 0,0-1 0,1 0 0,-1 0 0,12 2 0,-8-2-1365,-3-1-5461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02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751 1 24575,'-38'0'0,"-42"1"0,78-1 0,-1 0 0,1 1 0,0 0 0,0-1 0,0 1 0,0 0 0,0 0 0,0 0 0,0 0 0,0 0 0,1 0 0,-1 1 0,0-1 0,1 1 0,-1-1 0,1 1 0,-1 0 0,1-1 0,0 1 0,0 0 0,0 0 0,0 0 0,-2 3 0,-1 6 0,1 0 0,0 0 0,-3 16 0,2-6 0,-4 4 0,5-19 0,1 0 0,0-1 0,1 1 0,-1 0 0,1 0 0,0 0 0,1 0 0,0 10 0,0-14 0,1-1 0,0 1 0,-1-1 0,1 1 0,0-1 0,0 0 0,0 1 0,0-1 0,1 0 0,-1 0 0,0 0 0,0 1 0,1-1 0,-1-1 0,3 3 0,-2-2 0,0 0 0,0 0 0,-1 0 0,1 1 0,-1-1 0,1 1 0,-1-1 0,1 1 0,-1 0 0,2 2 0,-3-3 0,0-1 0,0 1 0,0 0 0,0-1 0,0 1 0,0 0 0,0-1 0,0 1 0,0 0 0,0-1 0,0 1 0,0-1 0,0 1 0,-1 0 0,1-1 0,0 1 0,-1-1 0,1 1 0,0 0 0,-1-1 0,1 1 0,-1-1 0,1 1 0,-1-1 0,1 0 0,-1 1 0,1-1 0,-1 1 0,1-1 0,-1 0 0,1 1 0,-1-1 0,0 0 0,1 0 0,-2 1 0,-28 8 0,26-8 0,-48 11 40,0-3 0,-87 4 0,-108-14-1525,195-1-5341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04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24575,'31'163'0,"-18"-80"0,9 51 0,-5 0 0,-1 179 0,-19-172-1365,3-128-5461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07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24575,'292'16'0,"-3"17"0,-169-18 0,182 32 0,-297-46 0,-1 0 0,0 0 0,0 0 0,0 0 0,8 4 0,-11-5 0,0 1 0,0 0 0,0-1 0,0 1 0,0 0 0,0 0 0,0 0 0,0 0 0,0 0 0,0 0 0,-1 0 0,1 0 0,0 0 0,-1 1 0,1-1 0,-1 0 0,1 0 0,-1 1 0,1 2 0,0 3 0,-1-1 0,1 2 0,-2-1 0,1 0 0,-1-1 0,0 1 0,0 0 0,-4 11 0,-24 56 0,13-37 0,-2 15 0,-15 72 0,28-105 0,4-17 0,1-1 0,-1 1 0,0 0 0,1 0 0,-1-1 0,0 1 0,0-1 0,0 1 0,-1-1 0,1 1 0,0-1 0,-1 1 0,1-1 0,0 0 0,-1 0 0,1 0 0,-1 0 0,0 0 0,1 0 0,-4 1 0,-3 1 0,0-1 0,-1 0 0,-12 1 0,5-1 0,-443 54 0,343-45 0,111-10 0,1 0 0,-1 1 0,0-1 0,1 1 0,0 0 0,-1 0 0,1 0 0,0 1 0,0 0 0,0 0 0,-5 4 0,-4 6 0,-20 25 0,0 0 0,27-33 26,0 0 0,-1 0 0,0 0 0,-10 5 0,-15 9-1521,26-14-5331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09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 0 24575,'2'0'0,"-1"1"0,0-1 0,0 0 0,0 1 0,1-1 0,-1 1 0,0-1 0,0 1 0,0 0 0,0-1 0,0 1 0,0 0 0,0 0 0,0 0 0,0 0 0,-1 0 0,1 0 0,0 0 0,0 0 0,0 2 0,0-1 0,0 0 0,0 0 0,0 0 0,0 0 0,0 0 0,-1 0 0,1 1 0,-1-1 0,1 0 0,-1 0 0,0 3 0,-1 1 0,0-1 0,0 1 0,-1-1 0,0 1 0,0-1 0,0 0 0,-1 0 0,1 0 0,-1 0 0,-6 6 0,-5 6 0,-22 20 0,15-15 0,19-20 0,0-1 0,1 1 0,0 0 0,-1 0 0,1 0 0,0 0 0,0 0 0,0 0 0,0 0 0,0 0 0,1 0 0,-1 1 0,1-1 0,-1 0 0,1 1 0,0-1 0,0 3 0,1 2 0,0-1 0,0 1 0,1 0 0,3 8 0,-3-10 0,0 1 0,-1-1 0,0 1 0,1-1 0,-2 1 0,1 8 0,-1-13 0,0 0 0,-1 0 0,1 0 0,0 0 0,-1 0 0,1 0 0,-1 0 0,1 0 0,-1 0 0,0-1 0,1 1 0,-1 0 0,0 0 0,0 0 0,0-1 0,0 1 0,1 0 0,-1-1 0,0 1 0,0-1 0,0 1 0,0-1 0,0 1 0,0-1 0,-2 0 0,-31 8 0,28-8 0,-26 4-682,-45-2-1,55-2-6143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11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422 36 24575,'-29'-1'0,"0"-2"0,-32-7 0,-4-1 0,39 8 0,8 0 0,0 1 0,-1 0 0,1 2 0,-27 2 0,41-1 0,0 0 0,1 0 0,-1 0 0,1 1 0,-1 0 0,1-1 0,0 1 0,0 0 0,0 1 0,0-1 0,0 1 0,0-1 0,1 1 0,-1 0 0,1 0 0,0 0 0,-1 0 0,1 0 0,-2 6 0,-3 6 0,1-1 0,1 2 0,-5 17 0,10-30 0,-1 0 0,0 0 0,0-1 0,1 1 0,-1 0 0,1 0 0,0 0 0,0 0 0,0-1 0,0 1 0,1 5 0,0-6 0,-1-1 0,1 0 0,0 1 0,0-1 0,0 0 0,0 0 0,0 0 0,0 0 0,0 0 0,0 0 0,0 0 0,0 0 0,0 0 0,1 0 0,-1-1 0,0 1 0,1 0 0,-1-1 0,1 1 0,-1-1 0,0 0 0,3 1 0,15 2 0,-1-1 0,1-1 0,-1-1 0,31-3 0,27 1 0,-74 2 0,-1 0 0,0 0 0,0 1 0,0-1 0,1 0 0,-1 1 0,0-1 0,0 1 0,0-1 0,0 1 0,0 0 0,0-1 0,0 1 0,0 0 0,0 0 0,0 0 0,0 0 0,0 0 0,0 0 0,-1 0 0,1 0 0,0 0 0,-1 0 0,1 0 0,-1 0 0,1 0 0,-1 1 0,0-1 0,1 0 0,-1 0 0,0 1 0,0-1 0,0 0 0,0 0 0,0 2 0,0 6 0,-1 0 0,1 0 0,-5 16 0,4-21 0,0 4 0,-2 7 0,-1 0 0,0 0 0,-9 22 0,12-34 0,-1 0 0,0 1 0,0-1 0,0 0 0,0 0 0,0 0 0,0 0 0,-1 0 0,0-1 0,1 1 0,-1-1 0,0 0 0,0 1 0,0-1 0,-1-1 0,1 1 0,0 0 0,-1-1 0,1 0 0,-5 2 0,-2-2-195,0-1 0,0 1 0,0-1 0,0-1 0,0 0 0,-10-3 0,-23-4-6631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48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49.7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1156 1 24575,'-78'5'0,"17"0"0,-283-2 0,228-3 0,99-1 0,-27-4 0,25 2 0,-21-1 0,9 3 0,1 2 0,-1 0 0,-50 11 0,45-5 0,0 0 0,0-2 0,-57 0 0,41-6-1365,42 1-5461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51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24575,'0'4'0,"0"6"0,0 4 0,0 3 0,0 2 0,0 0 0,0-2 0,0-1 0,0-3-8191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52.9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303 37 24575,'-29'-9'0,"0"1"0,0 1 0,-1 2 0,1 1 0,-1 1 0,-56 2 0,84 1 0,0 0 0,1 1 0,-1-1 0,0 0 0,1 1 0,-1 0 0,0-1 0,1 1 0,-1 0 0,1 0 0,-1-1 0,1 1 0,0 0 0,-1 1 0,1-1 0,0 0 0,0 0 0,-1 0 0,1 1 0,0-1 0,0 1 0,1-1 0,-1 1 0,0-1 0,0 1 0,1-1 0,-1 1 0,1 0 0,-1 2 0,-1 5 0,1 1 0,1-1 0,0 0 0,1 13 0,0-6 0,-1 26 0,-1-16 0,5 31 0,-4-55 0,0-1 0,1 1 0,-1-1 0,1 1 0,-1 0 0,1-1 0,0 1 0,-1-1 0,1 0 0,0 1 0,0-1 0,0 0 0,0 1 0,0-1 0,0 0 0,2 1 0,0 0 0,0 0 0,0 0 0,0 0 0,1-1 0,-1 0 0,0 0 0,5 2 0,5-1 0,1 0 0,-1-1 0,15 0 0,-21-1 0,16 0 0,2 0 0,1 1 0,-1 1 0,0 1 0,32 7 0,-56-9 0,0-1 0,1 1 0,-1-1 0,0 1 0,0 0 0,0-1 0,1 1 0,-1 0 0,0 0 0,0 0 0,0 0 0,0 0 0,-1 0 0,1 0 0,0 0 0,0 0 0,0 0 0,-1 0 0,1 1 0,-1-1 0,1 0 0,-1 0 0,1 1 0,-1-1 0,0 0 0,0 1 0,0-1 0,1 0 0,-1 1 0,-1-1 0,1 0 0,0 1 0,0-1 0,0 0 0,-1 1 0,0 1 0,0 1 0,0 0 0,-1 1 0,1-1 0,-1 0 0,0 0 0,-1 0 0,1 0 0,-1-1 0,-5 7 0,3-5 0,1-1 0,-2 1 0,1-1 0,0 0 0,-1-1 0,0 0 0,0 1 0,0-2 0,-10 4 0,4-3 0,0 0 0,-1-1 0,0-1 0,-18 0 0,-23 0-1365,-6-2-5461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09:54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0 24575,'0'5'0,"0"4"0,0 6 0,0 8 0,0 4 0,-2 1 0,-1-1 0,1-4 0,0-4 0,0-2 0,1-1 0,1-1 0,0-1 0,0-1 0,0 0 0,0-1 0,0-2-8191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36.9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24575,'325'5'-105,"-92"-1"-1369,1208 51 1158,-772 35 59,-486-51 269,74 15-42,1-16 279,-214-35 675,82-6 0,40-16-883,-74 8-9,27 6-32,4-1 0,-108 4 0,0 0 0,-1 0 0,1-1 0,-1-1 0,0-1 0,0 0 0,-1-1 0,18-9 0,-15 6 0,-1 1 0,1 1 0,1 0 0,32-8 0,71-5 0,-96 18-1365,-14 1-5461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38.2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0 24575,'3'10'0,"2"0"0,-1-1 0,1 0 0,7 9 0,3 5 0,29 39 0,-32-47 0,0 1 0,-1 1 0,15 28 0,-26-43 0,1-1 0,0 1 0,-1 0 0,1-1 0,-1 1 0,1 0 0,-1-1 0,0 1 0,0 0 0,0 0 0,0-1 0,0 1 0,0 0 0,0-1 0,-1 1 0,1 0 0,-1-1 0,0 4 0,-1-3 0,1 0 0,0 0 0,-1 0 0,1 0 0,-1-1 0,0 1 0,0-1 0,1 1 0,-1-1 0,0 1 0,0-1 0,-3 1 0,-6 3 0,0-2 0,0 1 0,0-1 0,-17 2 0,27-5 0,-41 5 0,-32 8 0,46-3-1365,16-3-5461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39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24575,'0'6'0,"0"10"0,0 9 0,2 10 0,0 3 0,1-1 0,-1-1 0,1-4 0,1-5 0,-1-6 0,-1-2 0,0-3 0,-2-1 0,1 0 0,-1 0 0,0 0 0,0-4-8191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43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24575,'3'8'0,"-1"9"0,1 12 0,-1 10 0,0 4 0,-1 1 0,-1-1 0,1-7 0,-1-7 0,0-7 0,-1-7-8191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45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1 24575,'-12'258'0,"1"-49"0,10 16 64,2-116-1493,-1-99-5397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49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24575,'15'5'0,"0"0"0,0-1 0,19 2 0,2 0 0,386 66-878,5-23-59,-39-19 935,0-33 213,-55-11 16,-243 11 983,109 1-1041,-182 4-133,1 1 0,18 5 1,-21-5-529,0 1 1,32 1 0,-34-5-6335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50.4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0 24575,'36'87'0,"-28"-63"0,3 6 0,-1 1 0,9 47 0,-19-76 0,0 0 0,0-1 0,1 1 0,-1 0 0,0 0 0,-1 0 0,1 0 0,0 0 0,0 0 0,-1 0 0,1 0 0,-1 0 0,0 0 0,1-1 0,-1 1 0,0 0 0,0 0 0,0-1 0,0 1 0,-2 1 0,0-1 0,1 0 0,-1 0 0,0 0 0,1-1 0,-1 1 0,0-1 0,0 0 0,0 0 0,0 0 0,0 0 0,-6 1 0,-25 6-34,1 1 1,-43 19-1,31-11-1230,27-11-5562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52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0 133 24575,'241'9'-50,"-154"-9"-396,476-8-3340,279-54 3224,-634 39 679,233-23 982,-364 44 809,100 9 0,-138-5-2096,322-10-1177,-345 7-5461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53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 0 24575,'9'11'0,"0"-1"0,-1 1 0,0 1 0,-1 0 0,9 18 0,-5-7 0,7 10 0,-3 1 0,17 50 0,-22-40 0,-8-31 0,1 0 0,7 21 0,-9-33 0,0 0 0,0 1 0,-1-1 0,1 1 0,-1-1 0,1 1 0,-1-1 0,0 1 0,0 0 0,0-1 0,0 1 0,0-1 0,0 1 0,0 0 0,0-1 0,-1 3 0,0-3 0,0 0 0,0 0 0,0 0 0,0-1 0,0 1 0,0 0 0,0 0 0,0-1 0,0 1 0,0-1 0,0 1 0,-1-1 0,1 0 0,0 1 0,0-1 0,-1 0 0,1 0 0,0 0 0,-1 0 0,1 0 0,-2 0 0,-154-4 92,-33 2-1549,165 4-5369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55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24575,'491'34'-293,"-1"-30"-322,-5-1 716,-467-3-92,265 4 430,-195-7-260,104-17 1,-123 12-180,2 4 0,73 5 0,-52 0 0,1-1-1365,-82 0-5461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0:57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195 0 24575,'1'4'0,"-1"0"0,1 0 0,0-1 0,0 1 0,1 0 0,-1-1 0,1 1 0,2 3 0,2 5 0,32 66 0,77 118 0,-115-195 0,1-1 0,-1 1 0,0-1 0,1 1 0,-1-1 0,0 1 0,1-1 0,-1 1 0,0-1 0,0 1 0,1-1 0,-1 1 0,0-1 0,0 1 0,0-1 0,0 1 0,0 0 0,0-1 0,0 1 0,0-1 0,0 1 0,0 0 0,0-1 0,0 1 0,0-1 0,-1 1 0,1-1 0,0 1 0,0-1 0,-1 1 0,1-1 0,0 1 0,-1-1 0,1 1 0,0-1 0,-1 1 0,1-1 0,-1 1 0,1-1 0,-1 0 0,1 1 0,-1-1 0,1 0 0,-1 0 0,1 1 0,-1-1 0,1 0 0,-1 0 0,1 0 0,-1 1 0,1-1 0,-1 0 0,-1 0 0,-5 1 0,0-1 0,-1 1 0,-11-2 0,8 1 0,-246 16 0,231-13-1365,4-1-5461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01.6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0 24575,'0'6'0,"0"12"0,0 14 0,-4 7 0,-1 0 0,-1 5 0,2-1 0,-1-5 0,1-4 0,0 0 0,2-3 0,0-4 0,2-3 0,-1-5 0,1-5-8191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03.7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361 1 24575,'42'10'0,"1"-3"0,48 4 0,87-4 0,-150-6 0,301 0 0,-210-2 0,-119 1 0,1 0 0,-1 0 0,1 0 0,0 0 0,-1 0 0,1 0 0,-1 1 0,1-1 0,-1 0 0,0 0 0,1 0 0,-1 1 0,1-1 0,-1 0 0,1 1 0,-1-1 0,0 0 0,1 1 0,-1-1 0,0 1 0,1-1 0,-1 0 0,0 1 0,1-1 0,-1 1 0,0-1 0,0 1 0,0-1 0,1 1 0,-1-1 0,0 1 0,0-1 0,0 1 0,0-1 0,0 1 0,0-1 0,0 1 0,0-1 0,0 1 0,0-1 0,0 1 0,-1-1 0,1 1 0,0-1 0,0 2 0,-11 27 0,9-23 0,-30 66 0,-49 79 0,-54 61 0,130-205 0,0 1 0,0-1 0,0 1 0,1 0 0,1 0 0,-1 1 0,1-1 0,0 1 0,1 0 0,0 0 0,1 0 0,-1 12 0,2-9 0,0-8 0,0-1 0,0 1 0,0 0 0,-1 0 0,0 5 0,0-8 0,1 0 0,0 0 0,-1 0 0,1 0 0,-1 0 0,0 0 0,1 0 0,-1 0 0,0 0 0,1 0 0,-1 0 0,0-1 0,0 1 0,0 0 0,0-1 0,0 1 0,1 0 0,-1-1 0,0 1 0,-1-1 0,1 0 0,0 1 0,-1 0 0,-5 0 0,1 0 0,-1-1 0,1 0 0,-1 1 0,0-2 0,1 1 0,-1-1 0,-12-3 0,-53-21 0,49 16 0,-327-141 0,319 135-107,-46-23-522,-154-53 0,212 86-6197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04.9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05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41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24575,'42'342'0,"-31"-233"0,58 527-606,-62-578 621,19 74 1,-22-114-213,0 0-1,-2-1 0,2 28 1,-4-35-6629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43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25 105 24575,'177'-2'0,"300"-42"0,-467 43 0,254-51 0,-261 51 0,0 0 0,0 0 0,0 0 0,0 1 0,-1-1 0,1 1 0,5 0 0,-8 0 0,1 0 0,0 0 0,-1 0 0,1 1 0,0-1 0,-1 0 0,1 1 0,0-1 0,-1 0 0,1 1 0,-1-1 0,1 1 0,0-1 0,-1 0 0,1 1 0,-1 0 0,0-1 0,1 1 0,-1-1 0,1 1 0,-1-1 0,0 1 0,1 0 0,-1-1 0,0 1 0,0 0 0,0-1 0,1 1 0,-1 0 0,0 0 0,0 0 0,0 12 0,0 1 0,0-1 0,-1 0 0,-1 0 0,0-1 0,-6 20 0,-1 11 0,-12 72 0,-43 216 0,13-138 0,-6 30 0,50-179 0,-4 72 0,0-12 0,0 0 0,11-102 0,0 1 0,0-1 0,0 0 0,0 1 0,0-1 0,-1 0 0,1 1 0,-1-1 0,1 0 0,-1 0 0,0 0 0,0 0 0,0 1 0,0-1 0,-1 0 0,1-1 0,-1 1 0,1 0 0,-1 0 0,1-1 0,-1 1 0,0 0 0,0-1 0,0 0 0,-3 2 0,-21 12 0,-1-2 0,0-1 0,-1-2 0,0 0 0,-1-2 0,-54 9 0,32-11 0,0-1 0,-1-3 0,-57-6 0,50-2-682,-59-15-1,96 17-6143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44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268 195 24575,'0'4'0,"-1"0"0,1 0 0,-1 0 0,0-1 0,0 1 0,0 0 0,-1-1 0,-2 6 0,-19 28 0,16-27 0,-3 5 0,-2-1 0,1 0 0,-2 0 0,-16 13 0,2-5 0,-37 24 0,60-43 0,0-1 0,0 1 0,-1-1 0,1 0 0,-9 3 0,12-5 0,0 0 0,0 0 0,1 0 0,-1 0 0,0 0 0,0 0 0,0 0 0,1 0 0,-1 0 0,0 0 0,0 0 0,0 0 0,1-1 0,-1 1 0,0 0 0,0-1 0,1 1 0,-1 0 0,0-1 0,0 1 0,1-1 0,-1 1 0,1-1 0,-1 0 0,1 1 0,-1-1 0,0 1 0,1-1 0,0 0 0,-1 0 0,1 1 0,0-1 0,-1 0 0,1 0 0,0 1 0,-1-1 0,1 0 0,0 0 0,0 0 0,0 1 0,0-1 0,0 0 0,0-1 0,-2-21 0,1 0 0,1-1 0,1 1 0,6-36 0,1 17 0,21-64 0,-10 57 66,-11 31-781,9-32-1,-15 38-6110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47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349 259 24575,'-12'20'0,"-1"-1"0,0 0 0,-2 0 0,0-2 0,-1 0 0,-1 0 0,0-2 0,-2 0 0,1-1 0,-28 15 0,44-28 0,-8 5 0,0-1 0,0-1 0,-17 5 0,25-8 0,0 0 0,0-1 0,0 1 0,0-1 0,0 0 0,0 0 0,0 0 0,0 1 0,0-2 0,0 1 0,0 0 0,0 0 0,1-1 0,-1 1 0,0-1 0,0 1 0,0-1 0,0 0 0,0 0 0,1 0 0,-1 0 0,0 0 0,1 0 0,-1 0 0,1-1 0,-1 1 0,-1-3 0,-1-3 0,1 1 0,0-1 0,0 0 0,0 0 0,1 0 0,0 0 0,0-8 0,-6-55 0,7 57 0,-2-39 0,1 0 0,7-68 0,-4 115-65,0-1 0,0 1 0,0 0 0,1 0 0,0 0 0,0 0 0,0 0 0,1 0 0,-1 0 0,1 1 0,1 0 0,-1-1 0,0 1 0,1 0 0,0 0 0,0 1 0,0-1 0,0 1 0,1 0 0,5-3 0,1 0-6761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51.7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0 205 24575,'36'7'0,"54"4"0,-41-5 0,1343 65-5425,-786-95 5289,-4-29-237,-549 48 380,119-14-371,282-13 6612,-343 33-6217,468-1-19,-525-4-12,1-2 0,92-25 0,-113 25 0,0 0 0,42 0 0,70 5 0,-83 2 0,133 0 0,230-2 0,-386 0 0,0-1 0,0-3 0,60-13 0,-73 11 0,0 1 0,52-5 0,113-16 0,-135 14 0,-39 8 0,0 1 0,1 0 0,-1 2 0,20-1 0,40 4-1365,-68-1-5461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53.1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1 24575,'19'13'0,"24"23"0,-5-3 0,11 3 0,27 22 0,-74-57 0,-1 0 0,0 1 0,1-1 0,-1 1 0,0-1 0,0 1 0,0 0 0,0-1 0,0 1 0,0 0 0,-1 0 0,1 0 0,-1 0 0,1-1 0,-1 1 0,0 0 0,1 0 0,-1 0 0,0 0 0,0 0 0,0 0 0,-1 0 0,0 2 0,-1 5 0,0-1 0,-1 0 0,0 0 0,-6 9 0,-4 13 0,12-27 0,0 0 0,-1 0 0,1 0 0,-1-1 0,0 1 0,0-1 0,0 1 0,0-1 0,0 0 0,0 1 0,0-1 0,-1 0 0,1-1 0,-6 4 0,-3 1 0,0-1 0,-17 6 0,16-6 0,-98 32-1365,84-27-5461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31.0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24575,'4'14'0,"4"26"0,-3-13 0,-4-22 0,63 349 0,-50-247 0,1 146 0,-18-72-1365,3-169-5461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37.0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373 0 24575,'2'1'0,"0"-1"0,1 1 0,-1-1 0,0 1 0,0 0 0,0 0 0,0 0 0,0 0 0,-1 0 0,1 1 0,0-1 0,0 1 0,-1-1 0,1 1 0,-1-1 0,1 1 0,1 3 0,0 0 0,0-1 0,0 1 0,0 0 0,-1 0 0,1 0 0,1 7 0,-4-9 0,1-1 0,-1 1 0,1 0 0,-1-1 0,0 1 0,0 0 0,0-1 0,-1 1 0,1-1 0,-1 1 0,1 0 0,-1-1 0,0 1 0,0-1 0,-2 4 0,1-2 0,-1 0 0,0 0 0,0 0 0,0 0 0,0-1 0,-1 1 0,-6 4 0,-4 1 0,0 0 0,0-1 0,-29 12 0,-233 87 0,274-106 0,-1 0 0,1 0 0,-1 0 0,1 0 0,0 1 0,0-1 0,-1 1 0,-2 2 0,4-3 0,1 1 0,-1-1 0,0 0 0,1 0 0,-1 1 0,0-1 0,1 0 0,0 1 0,-1-1 0,1 1 0,0-1 0,0 0 0,-1 1 0,1-1 0,0 1 0,1 2 0,0 3 0,0 0 0,0 1 0,1-1 0,0 0 0,0 0 0,1 0 0,0 0 0,0-1 0,1 1 0,4 7 0,7 5 0,29 31 0,-43-49 0,8 8 0,0-1 0,0-1 0,1 1 0,0-1 0,0-1 0,1 0 0,13 5 0,-15-7 0,0 0 0,1-1 0,0 0 0,-1-1 0,1 0 0,0-1 0,0 0 0,0-1 0,12 0 0,22-6 61,-25 3-774,24-2 0,-28 5-6113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39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21 24575,'-2'-1'0,"0"1"0,0-1 0,0 0 0,0 0 0,0 0 0,0 0 0,0 0 0,-2-1 0,-9-6 0,11 8 0,0-1 0,0 0 0,-1 1 0,1-1 0,0 1 0,0 0 0,-1 0 0,1-1 0,0 2 0,-1-1 0,1 0 0,0 0 0,0 1 0,-1-1 0,1 1 0,0 0 0,-4 1 0,3 0 0,1 0 0,0 0 0,-1 0 0,1 0 0,0 0 0,0 0 0,0 0 0,0 1 0,1-1 0,-1 1 0,-2 5 0,0 1 0,1 1 0,0-1 0,1 1 0,0-1 0,0 1 0,1 0 0,0 10 0,0-2 0,0-2 0,1-1 0,1 1 0,3 25 0,-3-39 0,0 0 0,0 0 0,-1-1 0,1 1 0,0 0 0,1-1 0,-1 1 0,0-1 0,0 1 0,1-1 0,-1 1 0,1-1 0,-1 0 0,1 0 0,-1 0 0,1 0 0,0 0 0,0 0 0,-1 0 0,1-1 0,0 1 0,0-1 0,0 1 0,0-1 0,0 1 0,2-1 0,8 1 0,0-1 0,0 1 0,14-3 0,-11 1 0,-13 1 0,1-1 0,-1 1 0,0 0 0,1 1 0,-1-1 0,0 0 0,1 1 0,-1-1 0,0 1 0,0 0 0,0 0 0,1-1 0,1 3 0,-3-2 0,0 0 0,1 0 0,-1 1 0,0-1 0,0 0 0,0 1 0,0-1 0,0 1 0,0 0 0,-1-1 0,1 1 0,0-1 0,-1 1 0,1 0 0,-1 0 0,0-1 0,0 1 0,1 2 0,0 5 0,-1 0 0,0 0 0,0 0 0,0 0 0,-1 0 0,-3 10 0,3-15 0,0-1 0,0 1 0,0-1 0,-1 0 0,0 1 0,1-1 0,-1 0 0,-1 0 0,1 0 0,0 0 0,-1 0 0,1-1 0,-1 1 0,0-1 0,0 0 0,0 0 0,-6 4 0,1-3-273,0 1 0,0-1 0,-1-1 0,-13 3 0,-7 0-6553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55.9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1 229 24575,'518'38'-2575,"0"-22"-808,1466-95-975,-996-26 5035,-732 74 841,-109 12-126,234-6 5246,0 25-6729,-159 2 273,-192 0-182,1 1 0,58 14 0,9 1 0,22-6 0,1-5 0,0-6 0,153-17 0,521-48 0,-602 59 0,-151 6 0,0 3 0,62 12 0,-38-2 0,1-3 0,0-3 0,94-1 0,-97-7-1365,-52 0-5461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57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299 1 24575,'1'7'0,"0"1"0,1-1 0,0 0 0,1 0 0,0 0 0,0 0 0,8 13 0,-2-3 0,-5-8 0,3 7 0,1-1 0,19 29 0,-26-43 0,0 1 0,0-1 0,0 1 0,-1-1 0,1 0 0,-1 1 0,1-1 0,-1 1 0,0 0 0,1-1 0,-1 1 0,0-1 0,0 1 0,0-1 0,0 1 0,0 0 0,-1-1 0,1 1 0,0-1 0,-1 1 0,1-1 0,-1 1 0,1-1 0,-1 1 0,0-1 0,0 0 0,0 1 0,0-1 0,0 0 0,0 0 0,-1 2 0,-5 4 0,0 1 0,-1-1 0,-13 9 0,15-11 0,-70 64 0,70-63 0,-1 0 0,-1 0 0,-1-1 0,1 0 0,-1-1 0,1 1 0,-1-2 0,-11 4 0,-8 4 0,-5 3-78,14-7-243,0 1-1,1 1 0,-19 12 0,26-13-6504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00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1473 325 24575,'-330'-74'-147,"156"38"-1053,-444-100 930,484 104 510,-73-13 450,197 44-1506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01.3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0 24575,'1'135'0,"-2"144"0,-1-254 0,-1 0 0,-7 27 0,2-13 0,2-14-1365,3-16-5461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03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0 24575,'306'21'0,"-213"-12"0,54 5 0,293 24 0,-424-37 0,-12-1 0,1 0 0,0 0 0,-1 1 0,1-1 0,6 3 0,-10-3 0,0 0 0,0 1 0,0-1 0,0 1 0,-1-1 0,1 1 0,0 0 0,0-1 0,0 1 0,0 0 0,-1 0 0,1 0 0,0-1 0,-1 1 0,1 0 0,0 0 0,-1 0 0,1 0 0,-1 0 0,0 0 0,1 0 0,-1 0 0,0 0 0,0 0 0,1 1 0,-1 1 0,0 2 0,0 0 0,-1-1 0,1 1 0,-1 0 0,0 0 0,0 0 0,0 0 0,-3 5 0,-20 39 0,1-1 0,16-25 0,6-18 0,0-1 0,-1 0 0,1 1 0,-1-1 0,0 0 0,0 0 0,0 0 0,0 0 0,-1 0 0,1-1 0,-1 1 0,0-1 0,0 1 0,-7 4 0,-2 0 0,-1-1 0,1 0 0,-1-1 0,0 0 0,-1-1 0,1-1 0,-1 0 0,0-1 0,-15 2 0,-21 0 0,-60-1 0,92-4 0,-61-1 0,-32 1 0,109 0 0,1 0 0,0 0 0,-1 1 0,1-1 0,0 1 0,-1-1 0,1 1 0,0 0 0,-1-1 0,1 1 0,0 0 0,0 0 0,0 0 0,0 0 0,0 0 0,0 0 0,0 0 0,0 0 0,0 0 0,0 0 0,1 1 0,-1-1 0,0 0 0,1 1 0,-1 2 0,0-2 0,0 0 0,0 0 0,0 0 0,-1 0 0,1 0 0,0 0 0,-1 0 0,1-1 0,-1 1 0,-2 2 0,0-2 0,0 0 0,-1 0 0,1 0 0,-1-1 0,1 0 0,-1 1 0,1-2 0,-1 1 0,0 0 0,1-1 0,-7 0 0,-5-1 0,1 0 0,-18-4 0,-87-27 0,78 19 0,-61-11 0,93 23-99,-22-4-534,-46-1 0,66 6-6193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05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1 24575,'2'0'0,"1"0"0,-1 0 0,1 0 0,0 1 0,-1-1 0,1 1 0,-1 0 0,1 0 0,-1 0 0,0 0 0,1 0 0,-1 0 0,0 1 0,0-1 0,0 1 0,3 2 0,-4-3 0,0 0 0,0 1 0,0-1 0,0 1 0,0-1 0,0 1 0,0-1 0,-1 1 0,1 0 0,-1-1 0,1 1 0,-1 0 0,1-1 0,-1 1 0,0 0 0,0 0 0,0-1 0,0 1 0,0 0 0,0 0 0,-1-1 0,1 1 0,-1 0 0,0 2 0,-4 7 0,0 0 0,0 0 0,-1 0 0,-1-1 0,1 1 0,-2-2 0,-15 18 0,9-15 0,1 1 0,-2-2 0,0 0 0,-25 14 0,39-24 0,0-1 0,0 0 0,1 1 0,-1-1 0,0 1 0,0-1 0,0 1 0,1 0 0,-1-1 0,0 1 0,1 0 0,-1-1 0,1 1 0,-1 0 0,1 0 0,-1-1 0,1 1 0,-1 0 0,1 0 0,0 0 0,-1 0 0,1 0 0,0 0 0,0 0 0,0-1 0,0 1 0,0 0 0,0 0 0,0 0 0,0 0 0,0 0 0,0 0 0,0 0 0,1 0 0,-1 0 0,0 0 0,1-1 0,-1 1 0,0 0 0,1 0 0,-1 0 0,1-1 0,0 1 0,0 1 0,4 4 0,1 0 0,0 0 0,0-1 0,9 7 0,-5-5 0,-1 0-91,2 0 0,-1 0 0,1-1 0,0 0 0,0-1 0,0 0 0,1-1 0,0 0 0,0-1 0,0 0 0,0-1 0,0-1 0,0 0 0,23-1 0,-19 0-6735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07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429 0 24575,'33'15'0,"1"-2"0,51 13 0,-47-16 0,14 5 0,-1 2 0,61 29 0,-110-45 0,1 0 0,-1 0 0,0 1 0,0-1 0,0 1 0,4 3 0,-6-5 0,1 0 0,-1 1 0,0-1 0,0 0 0,0 0 0,0 1 0,0-1 0,1 0 0,-1 1 0,0-1 0,0 0 0,0 1 0,0-1 0,0 0 0,0 1 0,0-1 0,0 0 0,0 1 0,0-1 0,0 0 0,0 1 0,-1 0 0,-8 8 0,-5-1 0,0-1 0,-1 0 0,0-1 0,-22 6 0,-65 10 0,72-17 0,0 1 0,1 2 0,-43 16 0,70-23 0,-1 0 0,1 0 0,0 1 0,-1-1 0,1 1 0,0-1 0,0 1 0,0 0 0,-2 2 0,3-3 0,1-1 0,-1 1 0,1 0 0,0 0 0,-1 0 0,1 0 0,0 0 0,-1 0 0,1 0 0,0-1 0,0 1 0,0 0 0,0 0 0,0 0 0,0 0 0,0 0 0,0 0 0,0 0 0,1 0 0,-1 0 0,0 0 0,1 0 0,-1 0 0,0-1 0,1 1 0,-1 0 0,1 0 0,0 1 0,7 7 0,0 0 0,0-1 0,0 0 0,1 0 0,1-1 0,15 10 0,-10-6 0,96 56 0,-94-58 0,-15-7 0,1-1 0,0 1 0,0 0 0,-1 0 0,1 0 0,-1 0 0,0 0 0,1 0 0,2 5 0,-5-6 0,1 0 0,-1 0 0,1 0 0,-1 0 0,0 1 0,0-1 0,1 0 0,-1 0 0,0 0 0,0 0 0,0 1 0,0-1 0,-1 0 0,1 0 0,0 0 0,0 0 0,-1 0 0,1 1 0,-1-1 0,1 0 0,-1 0 0,1 0 0,-1 0 0,0 0 0,1 0 0,-1 0 0,0-1 0,-1 2 0,-5 6 0,-1-1 0,0 0 0,0 0 0,-1-1 0,0 0 0,-18 9 0,-61 21 0,61-27 0,0-1 0,0-1 0,0-2 0,-1-1 0,-30 1 0,38-5 0,0 0 0,-1-1 0,1-2 0,0 0 0,0-1 0,1-1 0,-34-12 0,6-2-11,-46-20-1343,80 32-5472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11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1 24575,'-16'331'0,"13"-304"0,-1-1 0,-1 0 0,-1 0 0,-1-1 0,-21 48 0,5-22-1365,13-35-5461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13.2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490 0 24575,'35'1'0,"68"12"0,-46-4 0,481 38 0,-472-48 0,99-16 0,-155 16 0,18-2 0,37 2 0,-50 2 0,-14-2 0,0 1 0,1 0 0,-1 0 0,0 1 0,0-1 0,0 0 0,1 0 0,-1 0 0,0 1 0,0-1 0,0 1 0,0-1 0,0 1 0,0-1 0,0 1 0,0 0 0,0-1 0,0 1 0,0 0 0,0 0 0,0 0 0,0-1 0,-1 1 0,1 0 0,0 0 0,-1 0 0,1 0 0,-1 1 0,1-1 0,-1 0 0,1 0 0,-1 0 0,0 0 0,0 0 0,1 1 0,-1-1 0,0 0 0,0 0 0,0 0 0,-1 3 0,0 4 0,0 0 0,-1 1 0,0-1 0,-5 13 0,7-20 0,-114 302 0,23-49 0,86-242 0,1 1 0,0 0 0,0 0 0,1 0 0,1 0 0,1 0 0,-1 1 0,2 17 0,1-19 0,0-5 0,0 0 0,-1-1 0,0 1 0,-1 7 0,1-13 0,-1 1 0,1-1 0,0 1 0,-1-1 0,1 1 0,-1-1 0,0 1 0,1-1 0,-1 0 0,0 1 0,0-1 0,0 0 0,0 0 0,0 1 0,0-1 0,0 0 0,0 0 0,0 0 0,-1 0 0,1-1 0,0 1 0,-1 0 0,-1 0 0,-6 2 0,-1 0 0,1-1 0,-1 0 0,0-1 0,-15 1 0,-55-5 0,79 3 0,-65-6 9,-107-23 0,-64-32-395,201 51 212,-562-188 66,540 178-1149,43 16-5027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14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316 85 24575,'-6'0'0,"-11"-6"0,-13-4 0,-11-2 0,-2-2 0,0 2 0,5 3 0,8 1 0,6 2 0,6 2 0,3 2 0,5 1-8191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19.0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24575,'4'8'0,"5"9"0,4 15 0,1 13 0,-2 11 0,-1 3 0,-2 3 0,2-2 0,-2-2 0,-2-8 0,-2-6 0,-2-6 0,-1-5 0,-2-7 0,0-6 0,0-4 0,-3-4 0,0-5-8191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21.1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285 0 24575,'273'16'0,"-152"-6"-352,771 47-1476,-355-25 2319,-331-17-407,-190-13 241,-1 1 0,1 0 0,-1 1 0,19 8-1,25 5-343,-35-13 19,0-1 0,1-1 0,39-2 0,-48-1 0,-14 1 0,-1 0 0,0 0 0,0 0 0,0 0 0,1 1 0,-1-1 0,0 0 0,0 0 0,0 1 0,0-1 0,2 1 0,-3-1 0,0 1 0,1-1 0,-1 0 0,0 0 0,1 1 0,-1-1 0,0 0 0,0 1 0,1-1 0,-1 0 0,0 1 0,0-1 0,0 1 0,0-1 0,1 0 0,-1 1 0,0-1 0,0 0 0,0 1 0,0-1 0,0 1 0,0 0 0,-1 2 0,1 0 0,-1 0 0,0-1 0,0 1 0,0 0 0,-1 0 0,1-1 0,-2 4 0,-12 16 0,-23 29 0,5-9 0,-20 30 0,-69 98 0,14 7 0,99-156 0,-9 23 0,2-3 0,13-36 0,1 0 0,-1 0 0,0-1 0,-1 1 0,1-1 0,-1 0 0,0 0 0,0-1 0,0 1 0,-6 3 0,-6 4 0,-25 12 0,38-22 0,-15 7 0,0 0 0,-1-1 0,0-1 0,0-1 0,-30 4 0,-101 2 0,-206-28-645,1-30-74,-118-47-715,5-23 1590,428 107-209,19 4-25,-11-2-341,-32-5 0,51 12-4161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22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215 0 24575,'3'0'0,"0"1"0,1-1 0,-1 0 0,0 1 0,0-1 0,5 3 0,-7-3 0,-1 0 0,1 0 0,-1 1 0,1-1 0,-1 0 0,1 1 0,-1-1 0,1 0 0,-1 1 0,1-1 0,-1 1 0,1-1 0,-1 1 0,0-1 0,1 1 0,-1-1 0,0 1 0,1-1 0,-1 1 0,0-1 0,0 1 0,0-1 0,1 1 0,-1 0 0,0-1 0,0 1 0,0-1 0,0 1 0,0 0 0,0-1 0,0 1 0,0-1 0,0 1 0,0 0 0,-1-1 0,1 1 0,0-1 0,0 1 0,0-1 0,-1 2 0,-3 4 0,0-1 0,0 0 0,0 1 0,-1-1 0,0-1 0,0 1 0,0-1 0,-9 6 0,0 1 0,-27 21 0,-82 46 0,122-77 0,-1-1 0,1 1 0,0 0 0,-1 0 0,1 0 0,0 0 0,0 0 0,-1 0 0,1 0 0,0 0 0,0 1 0,0-1 0,0 0 0,0 1 0,1-1 0,-1 1 0,0-1 0,1 1 0,-1-1 0,0 4 0,1-3 0,0 0 0,1 0 0,-1 0 0,0 0 0,1 0 0,0 0 0,-1 0 0,1 0 0,0 0 0,0 0 0,0 0 0,0 0 0,0 0 0,1 0 0,1 1 0,1 3-91,0-1 0,1 1 0,0-1 0,0 0 0,0 0 0,0-1 0,1 0 0,0 1 0,0-2 0,0 1 0,0-1 0,1 0 0,-1 0 0,10 2 0,-4-4-6735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24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436 80 24575,'-19'-2'0,"-1"0"0,0-1 0,1-1 0,-23-8 0,-7-1 0,-112-29 0,159 42 0,-1-1 0,1 1 0,-1 0 0,1-1 0,0 1 0,-1 0 0,1 0 0,-1 1 0,1-1 0,-1 0 0,-2 2 0,4-2 0,0 1 0,0-1 0,0 1 0,1-1 0,-1 1 0,0 0 0,0 0 0,1-1 0,-1 1 0,0 0 0,1 0 0,-1 0 0,0 0 0,1 0 0,-1 0 0,1 0 0,0 0 0,-1 0 0,1 0 0,0 0 0,0 0 0,0 0 0,-1 0 0,1 0 0,0 0 0,0 0 0,1 1 0,-1 22 0,1-17 0,-1 0 0,1 1 0,-2-1 0,1 0 0,-1 0 0,0 0 0,-1 0 0,-3 10 0,-19 38 0,23-54 0,1-1 0,-1 1 0,1 0 0,0 0 0,-1 0 0,1 0 0,0-1 0,0 1 0,0 0 0,0 0 0,0 0 0,0 0 0,0 0 0,0 0 0,0 0 0,0 0 0,0 0 0,0-1 0,1 1 0,-1 0 0,0 0 0,2 1 0,-1 0 0,0-1 0,0 0 0,0 0 0,0 0 0,1 0 0,-1 0 0,0 0 0,1 0 0,-1 0 0,1 0 0,2 0 0,6 2 0,0 0 0,-1-1 0,17 1 0,-16-2 0,-3 0 0,1 0 0,0 1 0,-1-1 0,1 2 0,-1-1 0,0 1 0,11 6 0,-15-7 0,-1 0 0,1 0 0,0 0 0,-1 0 0,1 1 0,-1-1 0,1 1 0,-1 0 0,0 0 0,0-1 0,-1 1 0,1 1 0,0-1 0,-1 0 0,0 0 0,0 1 0,0-1 0,0 0 0,0 5 0,-1-6 0,0 0 0,0 1 0,-1-1 0,1 0 0,-1 0 0,0 1 0,1-1 0,-1 0 0,0 0 0,0 0 0,0 0 0,0 0 0,-1 0 0,1-1 0,-1 1 0,1 0 0,-1-1 0,1 1 0,-1-1 0,-3 3 0,-4 3 0,0-1 0,0-1 0,-10 5 0,6-4-227,1-2-1,-1 0 1,0 0-1,0-1 1,-16 1-1,-28 3-6598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31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0 276 24575,'132'8'0,"-73"-3"0,85 6-652,43 2-1958,506 27 231,271 20-30,-624-32 2426,559 42 31,0-34-401,-366-34-1135,-5-23 1606,-194-21 1180,-8-22 3587,-223 42-2663,-68 16-2006,1 2 0,68 0 0,70 14 286,-34-1-349,-102-7-153,95 0 0,-111-3 0,0-1 0,0-1 0,41-11 0,110-43 0,39-12 0,-170 57 0,43-14 0,150-24 0,-160 39 0,-1-3 0,121-39 0,-176 48 0,0 0 0,0 1 0,34-3 0,58 5 0,-12 1 0,-78-1 0,0-2 0,0 0 0,36-12 0,-4 0 0,-35 13 0,1 0 0,0 2 0,-1 0 0,31 2 0,-6 1 0,-25-2 0,10 0 0,0 0 0,1-2 0,29-6 0,-25 2-341,1 2 0,-1 0-1,44 3 1,-66 1-6485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33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200 0 24575,'3'6'0,"2"0"0,-1 0 0,0 0 0,1-1 0,0 0 0,1 0 0,10 8 0,5 4 0,49 45 0,1 1 0,77 87 0,-126-127 0,-17-19 0,-1 1 0,1-1 0,-1 1 0,0 0 0,0 1 0,5 9 0,-7-12 0,-1 0 0,1 0 0,-1 0 0,0 0 0,0 1 0,0-1 0,0 6 0,-1-8 0,0 1 0,-1-1 0,1 0 0,0 1 0,-1-1 0,1 1 0,-1-1 0,1 0 0,-1 0 0,0 1 0,0-1 0,1 0 0,-1 0 0,0 0 0,0 0 0,0 0 0,0 0 0,-1 0 0,1 0 0,0 0 0,-2 1 0,-11 7 0,-1-1 0,-1 0 0,1-1 0,-1-1 0,-1 0 0,-24 5 0,-108 14 0,111-20 0,4-1 0,2 1 0,-1 2 0,-62 23 0,86-26-170,0 1-1,1 0 0,0 0 1,0 1-1,1 0 0,0 0 1,-11 13-1,1 0-6655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26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24575,'2'7'0,"7"11"0,8 19 0,4 10 0,8 9 0,1-2 0,-3-5 0,-4-9 0,-4-8 0,-3-6 0,-4-7 0,-3-5 0,-2-7-8191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28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 62 24575,'1162'-28'-1819,"-716"-4"2207,-440 32-349,-3-1-47,-1 1 1,1 0-1,0 0 1,0 0 0,0 0-1,3 1 1,-6-1 16,0 0 1,0 0-1,0 1 1,1-1-1,-1 0 1,0 0-1,0 0 1,0 0-1,0 0 1,1 0-1,-1 0 1,0 1-1,0-1 1,0 0-1,0 0 0,0 0 1,0 0-1,1 1 1,-1-1-1,0 0 1,0 0-1,0 0 1,0 0-1,0 1 1,0-1-1,0 0 1,0 0-1,0 0 1,0 1-1,0-1 1,-6 11 856,-20 23-814,2 0-1,0 2 1,3 1-1,1 1 1,-16 43-1,10-10-63,-33 147-1,17-73 13,36-127 0,-1 1 0,0-1 0,-19 30 0,17-33 0,9-13 0,-2 0 0,1 1 0,0-1 0,0 0 0,-1 0 0,1 0 0,-1 0 0,0 0 0,0 0 0,1 0 0,-1 0 0,0-1 0,-1 1 0,1-1 0,0 1 0,0-1 0,-4 1 0,-5 1 0,-1 0 0,0 0 0,0-2 0,-20 2 0,-52-5 0,82 2 0,-296-37 0,220 24 0,-336-64-813,286 46 790,-149-57 0,209 63-1199,50 18-4888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35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0 552 24575,'1213'-135'-7731,"-312"22"5805,-1 0-46,-476 50 2489,39-5 898,-330 49 380,202-20 3422,-301 38-4546,-1 1 1,0 1-1,49 8 0,369 43-671,-443-52 0,0 0 0,0 1 0,-1 1 0,1-1 0,-1 1 0,1 1 0,-1-1 0,11 6 0,173 71 0,-70-32 0,-25-6 0,226 99 0,-310-134 109,4 2-846,21 7 0,-30-13-6089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36.6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913 0 24575,'-10'8'0,"-18"11"0,-18 19 0,-11 10 0,-13 8 0,-8 6 0,-7-1 0,-4-5 0,-4-6 0,-1-10 0,-3-4 0,5-10 0,19-8-8191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38.2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24575,'0'2'0,"-2"5"0,0 5 0,-1 5 0,1 7 0,1 2 0,0 0 0,0 1 0,1-4 0,0-2 0,0-2 0,0-1 0,0-3 0,1-2-8191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39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24575,'0'6'0,"0"8"0,0 12 0,0 8 0,4 6 0,2 0 0,-1-1 0,-1-2 0,1-2 0,0-3 0,-2-4 0,0-4 0,-2-5-8191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42.1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24575,'0'3'0,"0"3"0,0 7 0,0 1 0,0 2 0,2 1 0,1 1 0,0-2 0,-1-1 0,-1-1 0,0-1 0,0 0 0,-1-3-8191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43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0 24575,'0'15'0,"0"22"0,0 19 0,0 13 0,-4 9 0,-1 4 0,0 4 0,-2-2 0,2-4 0,0-2 0,0-4 0,1-8 0,-2-12 0,1-15-8191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2:45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0 24575,'0'2'0,"0"5"0,0 5 0,0 2 0,0 2 0,0 1 0,0 0 0,0 0 0,-2-4 0,0-2 0,-1 0 0,-1-1 0,-1 3 0,0 2 0,0 2 0,0-1 0,2-3-8191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3:37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0 24575,'-2'45'0,"-12"68"0,0-1 0,7-1 0,10 122 0,0-191 0,3-1 0,16 60 0,35 77 0,-47-153-1365,-6-17-5461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3:39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523 339 24575,'-64'144'0,"1"-2"0,61-138 0,1 0 0,-1-1 0,0 1 0,-1-1 0,1 0 0,-1 0 0,1 0 0,-5 4 0,6-6 0,0-1 0,-1 1 0,1-1 0,0 1 0,0-1 0,0 1 0,0-1 0,-1 0 0,1 1 0,0-1 0,0 0 0,-1 0 0,1 0 0,0 0 0,-1 0 0,1 0 0,0 0 0,0-1 0,-1 1 0,1 0 0,0-1 0,0 1 0,0-1 0,0 1 0,-1-1 0,1 1 0,0-1 0,0 0 0,0 0 0,-1-1 0,-7-6 0,-1 0 0,2-1 0,-1 0 0,1-1 0,-7-11 0,-32-55 0,43 70 0,-111-207 0,86 150 0,-32-98 0,50 122-1365,3 8-5461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3:56.4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 1 24575,'-8'20'0,"0"1"0,1 1 0,-6 33 0,4-15 0,-15 66 0,4 0 0,6 2 0,4 0 0,4 110 0,6-210-118,1-3-38,-1 0 0,0 0 0,0 0 0,-1-1 0,0 1 1,1 0-1,-3 4 0,-2 3-6670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3:58.1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516 319 24575,'-2'1'0,"1"0"0,-1 0 0,0 0 0,1 0 0,-1 0 0,1 0 0,-1 1 0,1-1 0,0 0 0,-1 1 0,1-1 0,-2 3 0,-1 2 0,-43 42 0,25-28 0,2 2 0,0 0 0,-30 44 0,50-65 0,0 0 0,-1 0 0,1 0 0,-1-1 0,1 1 0,-1 0 0,1-1 0,-1 1 0,1 0 0,-1-1 0,0 1 0,1 0 0,-1-1 0,0 1 0,0-1 0,1 0 0,-1 1 0,0-1 0,0 1 0,0-1 0,0 0 0,1 0 0,-1 0 0,0 1 0,0-1 0,0 0 0,0 0 0,0 0 0,0 0 0,1 0 0,-1 0 0,0-1 0,0 1 0,0 0 0,0 0 0,0-1 0,1 1 0,-1 0 0,0-1 0,0 1 0,1-1 0,-1 1 0,0-1 0,0 0 0,-4-4 0,0 0 0,0 0 0,1 0 0,-8-11 0,-38-63 0,4-2 0,-54-131 0,89 189-455,-1 0 0,-26-36 0,27 43-6371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4:11.5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 1 24575,'-13'238'0,"4"-107"0,4-56 0,-5 180 0,11-250 0,-1 0 0,0 0 0,-1 0 0,1 0 0,-1 0 0,0 0 0,0 0 0,-1 0 0,1 0 0,-1-1 0,0 1 0,0-1 0,-1 1 0,0-1 0,-5 8 0,5-9-195,1 0 0,0 0 0,0 0 0,0 0 0,0 1 0,-1 3 0,0 3-6631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4:13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429 121 24575,'-11'20'0,"0"-1"0,-1-1 0,-17 20 0,-47 46 0,64-71 0,-5 9 0,-9 11 0,25-32 0,0 0 0,-1 1 0,1-1 0,0 0 0,-1 0 0,1 0 0,-1 0 0,1 0 0,-1-1 0,1 1 0,-1 0 0,0-1 0,1 1 0,-1-1 0,0 1 0,0-1 0,1 0 0,-3 0 0,2 0 0,0-1 0,1 1 0,-1-1 0,0 1 0,0-1 0,1 0 0,-1 0 0,0 0 0,1 0 0,-1 0 0,1 0 0,-3-2 0,-15-19 0,16 18 0,-18-26-170,0-1-1,2-1 0,1 0 1,1-2-1,2 0 0,2-1 1,-16-63-1,25 80-6655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4:29.0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24575,'0'4'0,"0"6"0,2 6 0,1 8 0,2 3 0,-1 1 0,0-2 0,-1-2 0,-1-2 0,1 1 0,0-2 0,0-2 0,-1-2 0,-1-2 0,0-2 0,-1-3-8191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4:31.6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 10 24575,'80'6'0,"-18"-2"0,215-1 0,-266-3 0,-1-2 0,1 1 0,-1-1 0,14-5 0,18-3 0,-41 10 0,0-1 0,0 1 0,0 0 0,1 0 0,-1 0 0,0 0 0,0 0 0,0 0 0,0 1 0,1-1 0,-1 0 0,0 1 0,0-1 0,0 0 0,0 1 0,0 0 0,0-1 0,0 1 0,0-1 0,0 1 0,0 0 0,0 0 0,0 0 0,0 0 0,-1-1 0,1 1 0,0 0 0,0 0 0,-1 0 0,1 1 0,-1-1 0,1 0 0,-1 0 0,0 0 0,1 0 0,-1 0 0,0 0 0,0 1 0,0-1 0,0 0 0,0 2 0,1 6 0,-1 1 0,-1 0 0,1 0 0,-3 10 0,1-8 0,-6 41 0,3-28 0,-1 42 0,6-63 0,0 0 0,0-1 0,-1 1 0,1 0 0,-1 0 0,1 0 0,-1 0 0,-1-1 0,1 1 0,0 0 0,-1-1 0,0 1 0,0-1 0,0 0 0,0 0 0,0 1 0,-1-1 0,1 0 0,-1-1 0,0 1 0,-5 4 0,-19 10 0,0-1 0,-56 24 0,69-34 0,-3 2 0,13-5 0,0-1 0,0 0 0,-1 0 0,1-1 0,-1 1 0,1-1 0,-1 0 0,0 0 0,-5 0 0,-39-1 0,1-2 0,-1-1 0,-84-19 0,113 18-455,-1 1 0,-35-1 0,44 4-6371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5:44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0 24575,'-7'35'0,"-4"68"0,2-6 0,6-79 0,-5 29 0,2 0 0,1 52 0,6 55-1365,-1-141-5461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5:46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24575,'1'5'0,"0"0"0,0 0 0,0-1 0,1 1 0,0 0 0,0-1 0,0 1 0,3 5 0,4 7 0,77 147 0,-78-149 0,-5-10 0,0 1 0,1-1 0,0 0 0,-1 0 0,9 7 0,-10-10 0,0 0 0,1 0 0,0-1 0,-1 1 0,1-1 0,0 0 0,0 1 0,0-1 0,0 0 0,0-1 0,0 1 0,0-1 0,4 1 0,45 0 0,15 2 0,-59-2 0,11 2 0,1-1 0,-1-1 0,33-2 0,-47 0 0,1 1 0,-1-1 0,0 0 0,0-1 0,-1 1 0,1-1 0,0 0 0,0 0 0,-1-1 0,1 1 0,-1-1 0,0 0 0,0 0 0,0-1 0,0 1 0,-1-1 0,1 0 0,-1 0 0,4-5 0,26-38 0,-25 37 0,1-1 0,-2 0 0,1-1 0,-2 0 0,0 0 0,0 0 0,-1-1 0,4-13 0,-5 10-105,0-3-525,3-25 0,-7 34-6196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5:47.6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24575,'0'8'0,"5"13"0,0 17 0,0 12 0,0 6 0,-2 1 0,-2-4 0,0-8 0,0-5 0,-1-8 0,0-7 0,-1-5 0,-1-5 0,-3-3 0,-1-1 0,0-2 0,-1-1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5:49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251 1 24575,'58'1'0,"0"4"0,101 20 0,-148-23 0,-8-2 0,0 1 0,0-1 0,0 1 0,0 0 0,5 2 0,-7-3 0,0 1 0,0 0 0,-1-1 0,1 1 0,0 0 0,0 0 0,0-1 0,-1 1 0,1 0 0,0 0 0,-1 0 0,1 0 0,-1 0 0,1 0 0,-1 0 0,1 0 0,-1 0 0,0 0 0,1 2 0,0 8 0,0-1 0,0 1 0,-1-1 0,-1 1 0,0 0 0,0-1 0,-1 0 0,0 1 0,-7 18 0,-5 5 0,-26 49 0,13-30 0,21-40 0,-4 7 0,1-1 0,1 2 0,-7 28 0,14-48 0,1 1 0,-1-1 0,1 1 0,-1-1 0,0 1 0,0-1 0,1 0 0,-1 1 0,0-1 0,0 0 0,0 0 0,0 0 0,-1 0 0,1 0 0,0 0 0,0 0 0,-1 0 0,1 0 0,-1 0 0,1-1 0,0 1 0,-1-1 0,1 1 0,-1-1 0,0 1 0,1-1 0,-1 0 0,1 0 0,-4 0 0,-3 0 0,0 0 0,0-1 0,0 0 0,-13-3 0,-67-24 0,12 4 0,-86-11-1365,149 33-5461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24.1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180 0 24575,'-24'87'0,"6"-25"0,-4 33 0,4 2 0,-7 124 0,24-197 0,2-17 0,-1-1 0,0 0 0,-1 0 0,0 0 0,0 1 0,0-1 0,0 0 0,-1 0 0,-5 11 0,3-9 0,1 0 0,0 0 0,0 0 0,0 1 0,1-1 0,1 1 0,-1 0 0,1-1 0,1 17 0,-1-8 0,-2 3 40,0-1-1,-9 30 0,7-31-533,1 0-1,-4 34 1,8-39-6332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26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 1 24575,'33'1'0,"67"12"0,-44-4 0,701 79 0,-569-61 0,-105-12 0,-70-14 0,14 2 0,-27-3 0,1 0 0,0 0 0,-1 1 0,1-1 0,0 0 0,-1 1 0,1-1 0,-1 0 0,1 1 0,-1-1 0,1 1 0,-1-1 0,1 1 0,-1-1 0,1 1 0,-1-1 0,0 1 0,1-1 0,-1 1 0,0 0 0,1-1 0,-1 1 0,0 0 0,0-1 0,0 1 0,1 0 0,-1-1 0,0 1 0,0 0 0,0-1 0,0 2 0,-5 28 0,-1-1 0,-2 0 0,-20 52 0,13-40 0,-102 277 0,110-299 0,-1 0 0,0-1 0,-1 0 0,-1 0 0,-1-1 0,-20 24 0,-32 29 0,61-67 0,0 1 0,1-1 0,-1 0 0,1 0 0,-1 1 0,1-1 0,0 1 0,0-1 0,1 1 0,-1-1 0,1 1 0,0 6 0,-1-5 0,1 1 0,-1 0 0,0-1 0,-2 8 0,2-12 0,1 0 0,-1 0 0,0 0 0,0 1 0,1-1 0,-1 0 0,0 0 0,0 0 0,0-1 0,0 1 0,-1 0 0,1 0 0,0 0 0,0-1 0,0 1 0,-1-1 0,1 1 0,-3 0 0,-28 5 0,26-6 0,-40 5 0,-1-3 0,-63-4 0,-95-19 0,96 8 0,-295-50 0,382 59-119,-8-3-504,-54-4 0,74 11-6203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1:28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554 21 24575,'-189'-10'0,"42"-1"0,144 11 0,0 0 0,0 0 0,1 0 0,-1 0 0,0 1 0,0-1 0,1 1 0,-1 0 0,0 0 0,1 0 0,-1 0 0,0 0 0,1 0 0,0 1 0,-1-1 0,-2 3 0,3-2 0,-1 1 0,1 1 0,-1-1 0,1 0 0,0 0 0,0 1 0,1-1 0,-1 1 0,1 0 0,-3 7 0,-13 71 0,17-81 0,-1 1 0,1 0 0,0 0 0,0-1 0,0 1 0,0 0 0,0 0 0,1 0 0,-1-1 0,0 1 0,1 0 0,-1-1 0,1 1 0,0 0 0,0-1 0,-1 1 0,3 2 0,-1-2 0,0 1 0,0-1 0,1 0 0,-1-1 0,0 1 0,1 0 0,-1-1 0,1 1 0,5 1 0,5 2 0,0-2 0,1 0 0,24 3 0,-24-5 0,-8 0 0,0 0 0,0 0 0,0 1 0,0 0 0,0 0 0,0 0 0,-1 1 0,1-1 0,-1 1 0,1 1 0,-1-1 0,0 1 0,-1 0 0,1 0 0,-1 0 0,1 1 0,-1 0 0,0 0 0,4 7 0,4 5 0,-10-15 0,-1-1 0,1 1 0,-1 0 0,0-1 0,0 1 0,1 0 0,-1 0 0,0 0 0,-1 0 0,1 0 0,0 0 0,0 0 0,-1 0 0,0 0 0,1 0 0,-1 0 0,0 1 0,0-1 0,0 0 0,0 0 0,0 0 0,0 0 0,-1 0 0,-1 4 0,1-1 0,-2-1 0,1 0 0,0 0 0,-1 0 0,0-1 0,0 1 0,0 0 0,0-1 0,0 0 0,-1 0 0,0 0 0,1 0 0,-1-1 0,0 1 0,-1-1 0,1 0 0,-8 3 0,-3 0 0,-1 0 0,0-1 0,-28 4 0,17-4-227,0-2-1,0 0 1,0-2-1,0-1 1,-50-9-1,56 5-6598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6:51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1 24575,'-2'7'0,"0"0"0,1 1 0,0-1 0,0 0 0,1 11 0,-1 0 0,-2 197 0,-4 52 0,3-238 0,-1-1 0,-2 0 0,-13 34 0,19-59 14,-1 0-1,1 0 0,-1 0 0,0-1 1,1 1-1,-4 3 0,-4 5-1471,5-4-5368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6:53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24575,'60'3'0,"93"17"0,-115-14 0,306 68 0,-313-64 0,-15-5 0,-1-1 0,1 0 0,0-1 0,25 1 0,-2-4 0,-22-1 0,1 1 0,-1 1 0,27 5 0,-33-4 0,0-1 0,0-1 0,17 0 0,-19-1 0,0 1 0,0 0 0,0 1 0,0 0 0,0 0 0,10 4 0,10 10 0,-6-3 0,-20-10 0,-1-1 0,0 1 0,0-1 0,0 1 0,0 0 0,-1 0 0,1 0 0,0 0 0,-1 0 0,0 0 0,1 0 0,-1 1 0,0-1 0,0 0 0,0 1 0,0-1 0,-1 1 0,1-1 0,0 5 0,1 7 0,0 1 0,-1 17 0,-1-23 0,-1 20 0,-1 0 0,-1 0 0,-1 0 0,-2-1 0,-13 42 0,-64 133 0,57-153 0,-51 73 0,47-78 0,14-22 0,2 2 0,-14 31 0,23-43 0,0-1 0,1 1 0,1 0 0,0 0 0,1 0 0,-1 26 0,2-36 0,1 0 0,-1 0 0,0 1 0,1-1 0,-1 0 0,-1 0 0,1 0 0,0 0 0,-1 0 0,0 0 0,-3 5 0,2-4 0,0 1 0,0-1 0,-3 10 0,1-3-1365,1 0-5461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6:54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0 24575,'0'4'0,"-2"10"0,-3 10 0,0 10 0,-2 4 0,-3 2 0,-2 1 0,-2-3 0,3-6 0,2-6 0,1-8 0,2-4 0,2-5-8191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6:56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1 24575,'0'2'0,"-1"1"0,0-1 0,1 0 0,-1 0 0,0 1 0,0-1 0,0 0 0,-1 0 0,1 0 0,-1 0 0,-2 3 0,-6 10 0,10-14 0,0-1 0,0 1 0,0-1 0,0 1 0,0-1 0,0 1 0,0-1 0,0 0 0,0 1 0,0-1 0,0 1 0,0-1 0,1 1 0,-1-1 0,0 1 0,0-1 0,1 0 0,-1 1 0,0-1 0,0 0 0,1 1 0,-1-1 0,0 0 0,1 1 0,-1-1 0,1 0 0,-1 0 0,0 1 0,1-1 0,-1 0 0,1 0 0,-1 0 0,1 1 0,-1-1 0,0 0 0,1 0 0,-1 0 0,1 0 0,-1 0 0,2 0 0,20 2 0,-4-2 0,31-6 0,-30 3 0,26-1 0,-38 4 0,-1 1 0,0-1 0,1 1 0,-1 0 0,0 0 0,0 1 0,0 0 0,7 3 0,7 4 0,-11-6 0,0 1 0,0 1 0,10 6 0,-9-4-1365,-2-2-5461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6:57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 1 24575,'-2'4'0,"-5"5"0,-5 4 0,-2 0 0,-2 0 0,1-2 0,-2 0 0,1-2 0,2 1 0,2 0 0,3-3-8191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6:58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6:59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 0 24575,'1'123'0,"-4"160"0,2-267 0,0 0 0,-2 0 0,1-1 0,-2 1 0,0-1 0,-1 1 0,-1-1 0,0-1 0,-1 1 0,-13 21 0,16-30 0,1 1 0,0-1 0,1 1 0,-4 14 0,-7 15 0,2-11-1365,8-14-5461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7:03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554 18 24575,'15'0'0,"24"-5"0,-4 1 0,228-5 0,2 19 0,-58-2 0,-103-8 0,26 1 0,-84 3 0,-1 3 0,55 15 0,-99-22 0,-1 0 0,1 0 0,0 0 0,-1 0 0,1 1 0,-1-1 0,1 0 0,-1 0 0,1 1 0,-1-1 0,1 0 0,0 0 0,-1 1 0,0-1 0,1 1 0,-1-1 0,1 0 0,-1 1 0,1-1 0,-1 1 0,0-1 0,0 1 0,1-1 0,-1 1 0,0 0 0,0-1 0,1 1 0,-1-1 0,0 1 0,0-1 0,0 1 0,0 0 0,0-1 0,0 1 0,0-1 0,0 1 0,0 0 0,0-1 0,0 1 0,0-1 0,0 1 0,-1 0 0,1 0 0,-2 3 0,0 0 0,0 1 0,-1-1 0,-4 6 0,3-4 0,-83 107 0,-22 34 0,84-106 0,2 1 0,1 1 0,3 1 0,-21 69 0,27-72 0,6-19 0,0 1 0,1 0 0,1 1 0,1-1 0,-1 38 0,5-54 0,0 0 0,0-1 0,-3 11 0,3-16 0,0 1 0,0-1 0,-1 1 0,1-1 0,-1 1 0,1-1 0,-1 1 0,0-1 0,0 0 0,1 1 0,-1-1 0,0 0 0,0 0 0,0 0 0,0 0 0,0 1 0,-1-1 0,1-1 0,0 1 0,0 0 0,-3 1 0,-5 1 0,-1-1 0,0 0 0,1-1 0,-18 0 0,-43-3 0,47 0 0,-142-12 0,-221-50 0,153 10 0,-133-23 0,289 70-1365,62 7-5461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7:05.1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7:06.2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611 95 24575,'-150'-42'0,"136"39"0,-211-44 0,222 47 0,0-1 0,0 1 0,0-1 0,1 1 0,-1 0 0,0 0 0,0 0 0,0 0 0,-5 2 0,7-1 0,0-1 0,0 1 0,-1 0 0,1 0 0,0-1 0,0 1 0,0 0 0,0 0 0,0 0 0,0 0 0,1 0 0,-1 1 0,0-1 0,0 0 0,1 0 0,-1 0 0,1 1 0,-1-1 0,1 0 0,-1 1 0,1 2 0,-8 41 0,-4 61 0,10-79 0,2-24 0,-1-1 0,1 0 0,0 1 0,0-1 0,0 0 0,1 1 0,-1-1 0,1 0 0,-1 1 0,1-1 0,0 0 0,1 4 0,-1-5 0,0 0 0,0 1 0,1-1 0,-1 0 0,1 1 0,-1-1 0,1 0 0,-1 0 0,1 0 0,-1 0 0,1 0 0,0-1 0,0 1 0,-1 0 0,1-1 0,2 1 0,38 8 0,-26-6 0,1 1 0,-1 1 0,0 0 0,22 11 0,-17-5 0,0 2 0,-2 0 0,1 1 0,21 22 0,-30-26 0,-1 1 0,0 0 0,0 1 0,-2 0 0,1 1 0,-2 0 0,13 26 0,-19-34 0,0 0 0,0-1 0,0 1 0,0 0 0,-1 0 0,1-1 0,-1 1 0,0 0 0,-1 0 0,1 0 0,-1-1 0,0 1 0,0 0 0,-1-1 0,1 1 0,-1-1 0,0 1 0,0-1 0,-1 0 0,1 0 0,-7 7 0,1 0 0,-2-1 0,1 0 0,-1 0 0,-1-1 0,0-1 0,-17 11 0,7-6 0,-1-2 0,-1 0 0,0-2 0,0 0 0,0-1 0,-1-2 0,0 0 0,-1-2 0,1-1 0,-37 1 0,48-6-122,1 0 1,0 0-1,-1-2 0,1 1 0,0-2 0,1 1 0,-20-12 0,25 13-268,-3-2-6436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7:07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1 24575,'0'6'0,"0"8"0,0 12 0,0 6 0,0 3 0,0 0 0,-2 2 0,0-2 0,-1-2 0,1-2 0,-1-6 0,-1-3 0,1-5 0,0-1 0,2-1 0,-2-2 0,0-3 0,0-2-8191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7:10.1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413 1 24575,'179'13'0,"-111"-5"0,557 39-1372,-302-26 1396,127-2 1021,-448-19-1036,-1 0 0,0 0 0,1 0 0,-1 0 0,1 0 0,-1 1 1,0-1-1,1 0 0,-1 1 0,0-1 0,1 1 0,-1-1 0,0 1 0,1 0 0,-1-1 0,0 1 0,0 0 0,0 0 0,0 0 0,0 0 0,0 0 0,0 0 0,0 0 0,0 0 0,-1 0 0,1 0 0,0 1 0,-1-1 1,1 0-1,-1 1 0,1-1 0,-1 0 0,1 1 0,-1 1 0,1 5-13,-1-1 0,0 1 0,0 0 0,0 0 0,-3 8 0,3-11 14,-5 22-10,-1-1 0,-1 0 0,-1-1 0,-21 48 0,-60 91 0,68-129 0,-84 120 0,103-152 0,0 0 0,0 1 0,0-1 0,1 0 0,-1 1 0,1-1 0,0 1 0,0 0 0,0-1 0,1 1 0,-1 0 0,0 3 0,1-5 0,0-1 0,0 0 0,-1 0 0,1 0 0,0 0 0,-1 0 0,1 0 0,-1 0 0,1 0 0,-1-1 0,0 1 0,1 0 0,-1 0 0,0 0 0,0-1 0,0 1 0,0 0 0,1-1 0,-1 1 0,0 0 0,0-1 0,0 1 0,0-1 0,0 0 0,0 1 0,0-1 0,0 0 0,-1 0 0,-1 1 0,-4 0 0,-1-1 0,0 0 0,-10-1 0,10 1 0,-211-16-527,-313-63 0,298 32 188,-385-67 74,585 110 412,-46-1-1,67 6-6972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7:12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738 84 24575,'-3'0'0,"-1"-1"0,1 1 0,0-1 0,0 0 0,-4-1 0,-7-2 0,-80-20 0,-96-22 0,188 46 0,-30-4 0,31 3 0,0 1 0,0 0 0,0 0 0,0 0 0,0 0 0,0 0 0,0 0 0,1 1 0,-1-1 0,0 0 0,0 0 0,0 0 0,0 1 0,1-1 0,-1 1 0,0-1 0,0 0 0,0 1 0,1 0 0,-1-1 0,0 1 0,1-1 0,-1 1 0,1 0 0,-1-1 0,1 1 0,-1 0 0,1 0 0,-1-1 0,1 1 0,-1 1 0,1-1 0,0 0 0,0 0 0,0 0 0,1 0 0,-1 0 0,0 0 0,1 0 0,-1 0 0,0 0 0,1 0 0,-1 0 0,1 0 0,0 0 0,-1 0 0,1-1 0,0 1 0,-1 0 0,1 0 0,1 0 0,17 14 0,-18-14 0,9 4 0,0 1 0,0-1 0,0-1 0,1 0 0,0-1 0,11 3 0,69 9 0,-84-14 0,-6 0 0,1-1 0,-1 0 0,0 0 0,0 1 0,1-1 0,-1 0 0,0 1 0,0-1 0,0 1 0,1 0 0,-1-1 0,0 1 0,0 0 0,0 0 0,0 0 0,0 0 0,-1 0 0,1 0 0,0 0 0,0 0 0,-1 0 0,1 0 0,0 0 0,-1 0 0,1 1 0,-1-1 0,1 0 0,-1 0 0,0 1 0,0-1 0,1 0 0,-1 0 0,0 1 0,0-1 0,0 0 0,-1 1 0,1-1 0,-1 3 0,0 4 0,-1 1 0,0-1 0,-1 1 0,-5 10 0,7-18 0,-3 9 0,-1-1 0,0 0 0,-1-1 0,0 1 0,-1-1 0,-13 14 0,3-7 0,0 0 0,-21 13 0,32-25 0,0 1 0,-1-1 0,1 0 0,-1 0 0,0-1 0,0 0 0,0 0 0,0-1 0,0 0 0,0 0 0,0 0 0,-1-1 0,1 0 0,0-1 0,0 0 0,-11-2 0,2-1 0,0 0 0,1-1 0,-1-1 0,1-1 0,0 0 0,-16-11 0,-7-5 0,-80-34 0,85 47-1365,20 8-5461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8:12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24575,'8'107'0,"-2"-51"0,-2 1 0,13 269 0,-17-263-1365,0-53-5461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8:13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 52 24575,'-6'-7'0,"-1"0"0,1 1 0,-1-1 0,-15-9 0,21 15 0,-1 0 0,1 0 0,-1 0 0,0 1 0,0-1 0,1 0 0,-1 1 0,0-1 0,0 1 0,0-1 0,0 1 0,0 0 0,1 0 0,-1 0 0,0 0 0,0 0 0,0 0 0,0 1 0,0-1 0,0 1 0,0-1 0,1 1 0,-1 0 0,-3 1 0,0 2 10,0 0 0,0 1 0,0-1 0,0 1 0,1 0 0,0 1 0,0-1 0,0 1 0,1-1 0,-1 1 0,-2 9 0,-1 1-381,1 2-1,1-1 1,-3 18 0,5-19-6455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8:15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24575,'2'10'0,"1"20"0,-1 14 0,0 17 0,2 7 0,-1 3 0,3 6 0,-1-3 0,3-2 0,0-8 0,1-10 0,1-11 0,-1-12 0,-3-6 0,-1-8-8191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8:17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24575,'170'6'0,"-100"-3"0,188 15 0,189 3 0,-446-21 0,1-1 0,-1 1 0,0 0 0,0 1 0,1-1 0,-1 0 0,0 0 0,0 0 0,1 1 0,-1-1 0,0 1 0,0-1 0,0 1 0,1-1 0,-1 1 0,0 0 0,0-1 0,0 1 0,0 0 0,0 0 0,0 0 0,-1 0 0,2 1 0,-1 0 0,0 1 0,0-1 0,0 0 0,-1 1 0,1-1 0,-1 0 0,1 1 0,-1-1 0,0 1 0,0-1 0,-1 4 0,-2 21 0,-11 47 0,1-12 0,12-58 0,-5 35 0,-2 1 0,-20 61 0,20-80 0,1 0 0,1 1 0,2 0 0,0 0 0,1 0 0,-1 35 0,4-54 0,0 1 0,-1 0 0,1-1 0,-1 1 0,0 0 0,0-1 0,-1 1 0,1-1 0,-1 1 0,1-1 0,-1 0 0,0 0 0,0 0 0,-1 0 0,1 0 0,-1 0 0,-4 3 0,-4 4 0,-1-1 0,-1-1 0,-14 8 0,11-7 0,-16 10 0,-1-1 0,-2-2 0,1-1 0,-2-2 0,0-1 0,0-2 0,-69 10 0,23-10 0,-78 9 0,148-19-341,-1 2 0,0 0-1,-20 6 1,17-3-6485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8:18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24575,'0'4'0,"0"10"0,0 10 0,0 7 0,2-1 0,1-3 0,0-1 0,-1-3 0,-1-1 0,0-3 0,0-2 0,-1-2 0,0-2 0,0-1 0,0 0 0,-1-2-8191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8:21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299 12 24575,'-85'-6'0,"58"3"0,1 1 0,-30 1 0,52 2 0,0 0 0,-1 0 0,1 1 0,0-1 0,0 1 0,0 0 0,1 0 0,-1 0 0,0 1 0,1-1 0,0 1 0,-1 0 0,1 0 0,0 0 0,0 0 0,1 0 0,-1 1 0,-2 4 0,0 0 0,0 0 0,1 0 0,-1 1 0,2-1 0,-1 1 0,1 0 0,-2 13 0,4-20 0,1 0 0,0 0 0,-1 0 0,1 0 0,0 1 0,0-1 0,0 0 0,0 0 0,1 0 0,-1 0 0,1 0 0,-1 0 0,2 4 0,-1-5 0,0 1 0,1-1 0,-1 0 0,0 0 0,0 0 0,0 0 0,1 0 0,-1 0 0,1 0 0,-1 0 0,0-1 0,1 1 0,0 0 0,-1-1 0,1 0 0,-1 1 0,1-1 0,2 1 0,20 1 0,0 0 0,31-3 0,-32 0 0,0 1 0,-1 1 0,23 4 0,-43-4 0,1-1 0,-1 1 0,0 0 0,0 0 0,0 0 0,0 0 0,0 0 0,0 0 0,0 1 0,-1-1 0,1 1 0,0-1 0,-1 1 0,1 0 0,-1-1 0,0 1 0,1 0 0,-1 0 0,0 0 0,0 0 0,0 0 0,0 0 0,-1 0 0,1 1 0,0-1 0,-1 0 0,0 0 0,1 1 0,-1-1 0,0 4 0,0 1 0,-1 0 0,1 1 0,-1-1 0,0 0 0,-1 0 0,1 0 0,-2 0 0,-3 10 0,3-11 0,0 0 0,-1 0 0,0 0 0,0-1 0,0 0 0,0 0 0,-1 0 0,0 0 0,0-1 0,0 0 0,0 0 0,-1 0 0,1 0 0,-1-1 0,0 0 0,0 0 0,-10 2 0,5-2 0,0-1 0,0 0 0,0 0 0,0-1 0,-1-1 0,1 0 0,0-1 0,-1 0 0,-16-4 0,1 0-1365,16 3-5461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8:30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2033 1 24575,'-214'8'0,"90"-2"0,-891 31-1298,462-28 1778,551-9-448,0 0 0,0 0 0,0 0 0,0 1 0,-1-1 0,1 1 0,0-1 0,0 1 0,0 0 0,0 0 0,0 0 0,0 0 0,0 0 0,1 0-1,-1 0 1,0 1 0,1-1 0,-1 1 0,1-1 0,-1 1 0,1 0 0,0-1 0,-1 1 0,1 0 0,0 0 0,0 0 0,-1 4 0,-1 4-60,0 1 0,0 0 0,1 0 0,0 16 1,0-13 89,-13 263-144,9-118-472,-7 60 455,-13 282 65,23 1 40,35-32 121,-21 54 476,-13-337-570,0-141-33,-16 88 0,12-102 0,-1 32 0,3 1 0,5 84 0,0-49 0,-2-76 0,1-16 0,-1 1 0,1-1 0,1 1 0,3 16 0,-4-23 0,1-1 0,-1 0 0,1 1 0,-1-1 0,1 0 0,0 0 0,0 0 0,0 0 0,0 0 0,0 0 0,0 0 0,0 0 0,0 0 0,0 0 0,0-1 0,0 1 0,1 0 0,-1-1 0,0 1 0,1-1 0,-1 1 0,0-1 0,1 0 0,-1 1 0,3-1 0,4 1 0,0-1 0,0 0 0,11-2 0,-5 1 0,433-2 0,-253 4 0,-52-1-33,380-6-461,-456 3 473,0-3 0,-1-3 0,0-3 0,122-39 0,-181 49 73,1 0 1,-2 0 0,1-1 0,0 0-1,0 0 1,-1 0 0,0-1-1,0 1 1,7-7 0,0 0 59,-11 9-113,1-1 1,0 1-1,0 0 1,-1-1-1,1 0 1,-1 1-1,1-1 0,-1 0 1,0 0-1,0 1 1,1-4-1,12-25 1,-8 19 0,-1-1 0,-1 0 0,5-14 0,-2-17 0,-2 1 0,-1-1 0,-2 1 0,-2-1 0,-10-70 0,7 19-756,3 85 147,0-3-6217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8:32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0 24575,'-2'40'0,"-11"61"0,2-22 0,-33 419 0,42-462-1365,2-24-5461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09:18:35.9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230 11 24575,'70'1'0,"72"-2"0,-106-5 0,-29 5 0,1-1 0,0 1 0,11 0 0,-18 1 0,0 0 0,0 1 0,-1-1 0,1 0 0,0 1 0,0-1 0,0 0 0,0 1 0,0-1 0,0 1 0,0 0 0,-1-1 0,1 1 0,0 0 0,0-1 0,-1 1 0,1 0 0,-1 0 0,1-1 0,-1 1 0,1 0 0,-1 0 0,1 0 0,-1 0 0,1 0 0,-1 0 0,0 0 0,0 0 0,0 0 0,1 0 0,-1 0 0,0 0 0,0 1 0,0 6 0,0 0 0,0 1 0,-2 8 0,1-8 0,-19 163 0,8-90 0,-1 124 0,14-172 0,1-18 0,-2 1 0,0-1 0,-5 30 0,5-44 0,-1-1 0,1 1 0,-1 0 0,0 0 0,0 0 0,0-1 0,0 1 0,0 0 0,0-1 0,-1 1 0,1-1 0,0 0 0,-1 1 0,1-1 0,-1 0 0,0 0 0,1 0 0,-1 0 0,0 0 0,0 0 0,0 0 0,1-1 0,-1 1 0,-3 0 0,-5 1 0,1-1 0,-1 1 0,-16-2 0,16 1 0,-229-1 108,99-1-1581,130 1-5353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1B592-AEF7-4F19-89CE-62E2656F1C5E}" type="datetimeFigureOut">
              <a:rPr lang="en-IN" smtClean="0"/>
              <a:pPr/>
              <a:t>15-04-2026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5559C-9A1D-465C-BD22-C64000BBBB1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784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559C-9A1D-465C-BD22-C64000BBBB10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2755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D7B5F7AB-5B48-E1AD-1AEA-E4A660F79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D8F93E44-A7E2-A01A-AAC0-4CFEC866C0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1DD0E9ED-6864-7FD4-202B-D168697334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469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55514F45-7974-F82F-B1FA-04589B66B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E9F95F46-2C91-2F8A-B374-71412716D2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A7C6BDD5-1E9E-D67A-2289-DB5172F1D9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068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D24AC07D-EB6B-C723-8BD6-AA1F437E3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6EAF145D-81DE-058E-F0CE-407B339E6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7A656F87-19DA-B078-B68E-6EA93A2BBA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19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DF33AC3A-3B4E-3CFC-C6E6-F945EFC31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E4756177-D200-1D1E-E6EE-07180CFBE8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B46F9766-7D19-5F94-5035-3029F13253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701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2A481571-9D09-74B9-DA3E-EB8C3F817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FBF29C41-238F-8A1F-2CA4-C6004940C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63310330-7843-4C1C-E749-1F29F22C2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171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5BB24EC3-BD29-C774-F09B-A6A2A2B66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A843564C-8E60-1C9C-E8D3-2E0ACD74BA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5E03DBB7-5189-0123-2555-331CA864F1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622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781CCA73-4097-1915-9184-C7D0C3F1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090918BD-337C-B967-F7E5-38101E986D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F6556EBC-D87C-21DE-5F86-28F194BB7D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701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8377A262-F9B7-D3E9-8FE6-AACF49EBD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3C1E2808-3381-878F-07C4-607445F8AB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77FCE50D-A2E9-9C87-5767-7F07C9FCA5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555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13BE4E5A-8B73-12E3-A3B9-E4192B719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8EF09A5D-90E0-85E1-C4BC-E5D9479CD6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DD9AF72D-F4B8-2C0A-4210-A6E83A581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517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2D254DCD-57E9-FADD-7E53-F800D332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20C4554B-353D-B16F-A0AE-6789CEEE3D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24686EB6-1C2A-E24F-EFCA-74CCD1E073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4841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93B039E0-0CEF-897C-3655-F229F41A7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5D203307-484D-952A-0BC2-8F0FC9254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21E02CBE-7847-41F8-DD90-082940B966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225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F7AA678A-6A8C-0E8B-9E7A-B6CFC7164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F349E7A6-C1E9-A2E1-6092-40DD592A3C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57CF528B-A978-F03B-0C13-56A779CF7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8774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A60D99B6-8F46-3B3A-7585-F621C8C94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995F0AA5-9D27-862C-0D42-DF6A1B1AC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DC526BFD-5167-3AA1-3965-6AFB0B43C6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1848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0382610F-4FE9-3276-EBB7-A317C6688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439B04EE-DAC3-84C1-F9E9-B0D492E495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81C8DB93-EC14-043F-1F78-C42C060A3A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1264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3BE1C51A-7587-5EFD-F4E7-690579E44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5464DE4D-5EA8-6DD3-47C0-0238C475DB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71592A08-38EB-238E-6176-1F9F7E4305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5960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CBEA39D2-B2CD-8FCF-ACA4-DF7903C75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73400085-3C77-FA84-6C8C-2998D46E5F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506D1CD5-E1D4-B2EC-C05F-01EEE008F8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8137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B44A232C-1312-BD86-9CB7-65F549D94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3D46DF9C-88A5-733A-A92C-31865A98B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9B81C062-86FC-A165-49A1-BF2464B18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6178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46C42825-76EA-6C6D-8060-A691D0613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B660DB86-3059-B69E-25DE-8523639FB4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ACFEB10D-15F1-5418-AFE2-2FB0B5E6A5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5606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B131338E-D53C-FEA3-975F-A2E5F7C93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1EF6408F-DE32-2688-0BDD-505A96423B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332AE1D5-6E9B-281A-14D5-BA29506691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0763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2E2C805B-1AD9-E51B-BD85-D4BA46D78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84A6421A-CB21-EE9A-CE69-E705592F4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7E427991-8ABD-347B-F560-1BE21A8FBC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768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E9C4-19AC-4D01-81DA-E140B97A9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CA5E5-3A78-455F-A1D5-145EA9173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A8103-6802-402E-8A9C-2FB10C13A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AE19A-DC0A-4D53-A4FB-E883E939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209EA-FF5B-4648-B17D-3689B5157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367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FBEFC-853B-4E71-90C0-35BD8D1F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D4BB9-BDA4-4C04-BA11-57AE021A7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1086A-60FA-47B2-80EA-B781B0D07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DE884-2704-4762-B1F7-A390B5252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461B4-73E9-4628-92E8-74939F9E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263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0589E-9D4B-44E6-BF11-C075A0629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C8F49-9067-4135-A992-6FB9ECEA2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D58BF-DC88-48A8-8054-8760C54DA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0900E-11FD-4ACA-8E87-4EC87F1A1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F7084-87E6-4F73-9995-37B9D5DA7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462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2823-44FC-4F0E-988B-2ACF3A6C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B5ADA-214B-4BFF-9D95-4AACAA678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0DDFE-CE85-4487-A2F7-D43D9AD99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E3102-E054-4C70-8672-73C06D74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DA228-140D-4F9B-A2FE-74BFB213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C3789-8D8D-4D5C-A015-00F074C78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26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DAFB0-2CA1-458E-8D17-13C9D160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98FFF-DC4E-46B0-93F5-FAB67A7D4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04111-7E13-4A52-A9E1-956A87C87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34A28-7BD2-4B06-ABF5-89A47C156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6BDF0-5B29-4A2F-8CC0-14E57446D9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41CA3A-A01B-4B5C-A4F8-C14D8EC45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CAA6B-C991-48DE-B578-AE2A9961C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5B9A6-E7CF-4D3D-9193-F5CCF0408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19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DAF43-78DB-4D57-9B2D-80B50CE2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681968-C016-4D62-894F-92EC20981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BC0E1-975B-4302-8CF3-C520CED7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DAC7F-9355-4792-84EA-A4C808E3F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359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56E9C9-69F5-4D64-AFCA-189935E7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FB54D1-AD89-4CA0-8134-5D2BAF33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B8272-E3A3-4683-B86E-79218886B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9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8ADB3-F3C8-4862-AF7F-04DDE9A4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489C0-5D66-43A0-995C-51CDB2B89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9A2F6-A867-42FE-8C9C-0CD7E6653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24A67-3315-4540-9790-4166A5A82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C2BE8-6B25-4D6D-A216-0288779C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23A18-5A76-4536-926B-E6B38286E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5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43C2C-789D-4AF3-A6E0-0AE71440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586BE-F0E8-46DC-B95E-EBCA679965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5E20C7-39DD-4D17-B93E-E92481C7A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6E00D-6FB3-4F93-91B6-3385B363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32EE8-F875-4115-8DB6-6E4C5A4D2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366B0-CAEE-4D99-8704-EBC2029AC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520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BA33-3BCA-4D04-8B42-26F6BB172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73B614-80E5-43E5-ACC0-10C094878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0C068-F4B8-4482-BCC2-F12B8405B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6C726-B8F7-46D8-A302-A3C69CBCE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72F82-7742-49B4-9D22-A703AE78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75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894F4A-84CD-42EC-A311-E7DDDE5B9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6F8A3-D97A-477F-8A9F-5D2D8FC9C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C056D-23ED-4173-85A0-B789F940C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1BBEB-F29D-4181-968D-AF3F415C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03474-7DC7-49B8-A4C4-B10099ED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640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A35254-BA2C-4834-85C4-C01A1408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1206B-E85F-4151-9F6F-B42BD4F2A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575DC-D9A3-4246-8E04-359C1E241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412CA-D198-4AFA-9ADD-37508EAD6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25125-6F41-48E5-B98E-9C500B881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99" Type="http://schemas.openxmlformats.org/officeDocument/2006/relationships/image" Target="../media/image161.png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customXml" Target="../ink/ink80.xml"/><Relationship Id="rId324" Type="http://schemas.openxmlformats.org/officeDocument/2006/relationships/customXml" Target="../ink/ink164.xml"/><Relationship Id="rId366" Type="http://schemas.openxmlformats.org/officeDocument/2006/relationships/customXml" Target="../ink/ink186.xml"/><Relationship Id="rId170" Type="http://schemas.openxmlformats.org/officeDocument/2006/relationships/image" Target="../media/image98.png"/><Relationship Id="rId226" Type="http://schemas.openxmlformats.org/officeDocument/2006/relationships/customXml" Target="../ink/ink114.xml"/><Relationship Id="rId268" Type="http://schemas.openxmlformats.org/officeDocument/2006/relationships/customXml" Target="../ink/ink136.xml"/><Relationship Id="rId32" Type="http://schemas.openxmlformats.org/officeDocument/2006/relationships/image" Target="../media/image30.png"/><Relationship Id="rId74" Type="http://schemas.openxmlformats.org/officeDocument/2006/relationships/image" Target="../media/image51.png"/><Relationship Id="rId128" Type="http://schemas.openxmlformats.org/officeDocument/2006/relationships/image" Target="../media/image77.png"/><Relationship Id="rId335" Type="http://schemas.openxmlformats.org/officeDocument/2006/relationships/image" Target="../media/image179.png"/><Relationship Id="rId377" Type="http://schemas.openxmlformats.org/officeDocument/2006/relationships/image" Target="../media/image199.png"/><Relationship Id="rId5" Type="http://schemas.openxmlformats.org/officeDocument/2006/relationships/customXml" Target="../ink/ink2.xml"/><Relationship Id="rId181" Type="http://schemas.openxmlformats.org/officeDocument/2006/relationships/customXml" Target="../ink/ink91.xml"/><Relationship Id="rId237" Type="http://schemas.openxmlformats.org/officeDocument/2006/relationships/image" Target="../media/image131.png"/><Relationship Id="rId279" Type="http://schemas.openxmlformats.org/officeDocument/2006/relationships/image" Target="../media/image151.png"/><Relationship Id="rId43" Type="http://schemas.openxmlformats.org/officeDocument/2006/relationships/customXml" Target="../ink/ink21.xml"/><Relationship Id="rId139" Type="http://schemas.openxmlformats.org/officeDocument/2006/relationships/customXml" Target="../ink/ink70.xml"/><Relationship Id="rId290" Type="http://schemas.openxmlformats.org/officeDocument/2006/relationships/customXml" Target="../ink/ink147.xml"/><Relationship Id="rId304" Type="http://schemas.openxmlformats.org/officeDocument/2006/relationships/customXml" Target="../ink/ink154.xml"/><Relationship Id="rId346" Type="http://schemas.openxmlformats.org/officeDocument/2006/relationships/customXml" Target="../ink/ink175.xml"/><Relationship Id="rId85" Type="http://schemas.openxmlformats.org/officeDocument/2006/relationships/customXml" Target="../ink/ink43.xml"/><Relationship Id="rId150" Type="http://schemas.openxmlformats.org/officeDocument/2006/relationships/image" Target="../media/image88.png"/><Relationship Id="rId192" Type="http://schemas.openxmlformats.org/officeDocument/2006/relationships/image" Target="../media/image109.png"/><Relationship Id="rId206" Type="http://schemas.openxmlformats.org/officeDocument/2006/relationships/customXml" Target="../ink/ink104.xml"/><Relationship Id="rId248" Type="http://schemas.openxmlformats.org/officeDocument/2006/relationships/customXml" Target="../ink/ink126.xml"/><Relationship Id="rId12" Type="http://schemas.openxmlformats.org/officeDocument/2006/relationships/image" Target="../media/image20.png"/><Relationship Id="rId108" Type="http://schemas.openxmlformats.org/officeDocument/2006/relationships/image" Target="../media/image67.png"/><Relationship Id="rId315" Type="http://schemas.openxmlformats.org/officeDocument/2006/relationships/image" Target="../media/image169.png"/><Relationship Id="rId357" Type="http://schemas.openxmlformats.org/officeDocument/2006/relationships/image" Target="../media/image189.png"/><Relationship Id="rId54" Type="http://schemas.openxmlformats.org/officeDocument/2006/relationships/image" Target="../media/image41.png"/><Relationship Id="rId96" Type="http://schemas.openxmlformats.org/officeDocument/2006/relationships/image" Target="../media/image61.png"/><Relationship Id="rId161" Type="http://schemas.openxmlformats.org/officeDocument/2006/relationships/customXml" Target="../ink/ink81.xml"/><Relationship Id="rId217" Type="http://schemas.openxmlformats.org/officeDocument/2006/relationships/image" Target="../media/image121.png"/><Relationship Id="rId259" Type="http://schemas.openxmlformats.org/officeDocument/2006/relationships/image" Target="../media/image141.png"/><Relationship Id="rId23" Type="http://schemas.openxmlformats.org/officeDocument/2006/relationships/customXml" Target="../ink/ink11.xml"/><Relationship Id="rId119" Type="http://schemas.openxmlformats.org/officeDocument/2006/relationships/customXml" Target="../ink/ink60.xml"/><Relationship Id="rId270" Type="http://schemas.openxmlformats.org/officeDocument/2006/relationships/customXml" Target="../ink/ink137.xml"/><Relationship Id="rId326" Type="http://schemas.openxmlformats.org/officeDocument/2006/relationships/customXml" Target="../ink/ink165.xml"/><Relationship Id="rId65" Type="http://schemas.openxmlformats.org/officeDocument/2006/relationships/customXml" Target="../ink/ink32.xml"/><Relationship Id="rId130" Type="http://schemas.openxmlformats.org/officeDocument/2006/relationships/image" Target="../media/image78.png"/><Relationship Id="rId368" Type="http://schemas.openxmlformats.org/officeDocument/2006/relationships/customXml" Target="../ink/ink187.xml"/><Relationship Id="rId172" Type="http://schemas.openxmlformats.org/officeDocument/2006/relationships/image" Target="../media/image99.png"/><Relationship Id="rId228" Type="http://schemas.openxmlformats.org/officeDocument/2006/relationships/customXml" Target="../ink/ink115.xml"/><Relationship Id="rId281" Type="http://schemas.openxmlformats.org/officeDocument/2006/relationships/image" Target="../media/image152.png"/><Relationship Id="rId337" Type="http://schemas.openxmlformats.org/officeDocument/2006/relationships/image" Target="../media/image180.png"/><Relationship Id="rId34" Type="http://schemas.openxmlformats.org/officeDocument/2006/relationships/image" Target="../media/image31.png"/><Relationship Id="rId76" Type="http://schemas.openxmlformats.org/officeDocument/2006/relationships/image" Target="../media/image52.png"/><Relationship Id="rId141" Type="http://schemas.openxmlformats.org/officeDocument/2006/relationships/customXml" Target="../ink/ink71.xml"/><Relationship Id="rId379" Type="http://schemas.openxmlformats.org/officeDocument/2006/relationships/image" Target="../media/image200.png"/><Relationship Id="rId7" Type="http://schemas.openxmlformats.org/officeDocument/2006/relationships/customXml" Target="../ink/ink3.xml"/><Relationship Id="rId183" Type="http://schemas.openxmlformats.org/officeDocument/2006/relationships/customXml" Target="../ink/ink92.xml"/><Relationship Id="rId239" Type="http://schemas.openxmlformats.org/officeDocument/2006/relationships/image" Target="../media/image132.png"/><Relationship Id="rId250" Type="http://schemas.openxmlformats.org/officeDocument/2006/relationships/customXml" Target="../ink/ink127.xml"/><Relationship Id="rId292" Type="http://schemas.openxmlformats.org/officeDocument/2006/relationships/customXml" Target="../ink/ink148.xml"/><Relationship Id="rId306" Type="http://schemas.openxmlformats.org/officeDocument/2006/relationships/customXml" Target="../ink/ink155.xml"/><Relationship Id="rId45" Type="http://schemas.openxmlformats.org/officeDocument/2006/relationships/customXml" Target="../ink/ink22.xml"/><Relationship Id="rId87" Type="http://schemas.openxmlformats.org/officeDocument/2006/relationships/customXml" Target="../ink/ink44.xml"/><Relationship Id="rId110" Type="http://schemas.openxmlformats.org/officeDocument/2006/relationships/image" Target="../media/image68.png"/><Relationship Id="rId348" Type="http://schemas.openxmlformats.org/officeDocument/2006/relationships/customXml" Target="../ink/ink176.xml"/><Relationship Id="rId152" Type="http://schemas.openxmlformats.org/officeDocument/2006/relationships/image" Target="../media/image89.png"/><Relationship Id="rId194" Type="http://schemas.openxmlformats.org/officeDocument/2006/relationships/image" Target="../media/image110.png"/><Relationship Id="rId208" Type="http://schemas.openxmlformats.org/officeDocument/2006/relationships/customXml" Target="../ink/ink105.xml"/><Relationship Id="rId261" Type="http://schemas.openxmlformats.org/officeDocument/2006/relationships/image" Target="../media/image142.png"/><Relationship Id="rId14" Type="http://schemas.openxmlformats.org/officeDocument/2006/relationships/image" Target="../media/image21.png"/><Relationship Id="rId56" Type="http://schemas.openxmlformats.org/officeDocument/2006/relationships/image" Target="../media/image42.png"/><Relationship Id="rId317" Type="http://schemas.openxmlformats.org/officeDocument/2006/relationships/image" Target="../media/image170.png"/><Relationship Id="rId359" Type="http://schemas.openxmlformats.org/officeDocument/2006/relationships/image" Target="../media/image190.png"/><Relationship Id="rId98" Type="http://schemas.openxmlformats.org/officeDocument/2006/relationships/image" Target="../media/image62.png"/><Relationship Id="rId121" Type="http://schemas.openxmlformats.org/officeDocument/2006/relationships/customXml" Target="../ink/ink61.xml"/><Relationship Id="rId163" Type="http://schemas.openxmlformats.org/officeDocument/2006/relationships/customXml" Target="../ink/ink82.xml"/><Relationship Id="rId219" Type="http://schemas.openxmlformats.org/officeDocument/2006/relationships/image" Target="../media/image122.png"/><Relationship Id="rId370" Type="http://schemas.openxmlformats.org/officeDocument/2006/relationships/customXml" Target="../ink/ink188.xml"/><Relationship Id="rId230" Type="http://schemas.openxmlformats.org/officeDocument/2006/relationships/customXml" Target="../ink/ink116.xml"/><Relationship Id="rId25" Type="http://schemas.openxmlformats.org/officeDocument/2006/relationships/customXml" Target="../ink/ink12.xml"/><Relationship Id="rId67" Type="http://schemas.openxmlformats.org/officeDocument/2006/relationships/customXml" Target="../ink/ink33.xml"/><Relationship Id="rId272" Type="http://schemas.openxmlformats.org/officeDocument/2006/relationships/customXml" Target="../ink/ink138.xml"/><Relationship Id="rId328" Type="http://schemas.openxmlformats.org/officeDocument/2006/relationships/customXml" Target="../ink/ink166.xml"/><Relationship Id="rId132" Type="http://schemas.openxmlformats.org/officeDocument/2006/relationships/image" Target="../media/image79.png"/><Relationship Id="rId174" Type="http://schemas.openxmlformats.org/officeDocument/2006/relationships/image" Target="../media/image100.png"/><Relationship Id="rId381" Type="http://schemas.openxmlformats.org/officeDocument/2006/relationships/image" Target="../media/image201.png"/><Relationship Id="rId241" Type="http://schemas.openxmlformats.org/officeDocument/2006/relationships/customXml" Target="../ink/ink122.xml"/><Relationship Id="rId36" Type="http://schemas.openxmlformats.org/officeDocument/2006/relationships/image" Target="../media/image32.png"/><Relationship Id="rId283" Type="http://schemas.openxmlformats.org/officeDocument/2006/relationships/image" Target="../media/image153.png"/><Relationship Id="rId339" Type="http://schemas.openxmlformats.org/officeDocument/2006/relationships/image" Target="../media/image181.png"/><Relationship Id="rId78" Type="http://schemas.openxmlformats.org/officeDocument/2006/relationships/image" Target="../media/image53.png"/><Relationship Id="rId101" Type="http://schemas.openxmlformats.org/officeDocument/2006/relationships/customXml" Target="../ink/ink51.xml"/><Relationship Id="rId143" Type="http://schemas.openxmlformats.org/officeDocument/2006/relationships/customXml" Target="../ink/ink72.xml"/><Relationship Id="rId185" Type="http://schemas.openxmlformats.org/officeDocument/2006/relationships/customXml" Target="../ink/ink93.xml"/><Relationship Id="rId350" Type="http://schemas.openxmlformats.org/officeDocument/2006/relationships/customXml" Target="../ink/ink177.xml"/><Relationship Id="rId9" Type="http://schemas.openxmlformats.org/officeDocument/2006/relationships/customXml" Target="../ink/ink4.xml"/><Relationship Id="rId210" Type="http://schemas.openxmlformats.org/officeDocument/2006/relationships/customXml" Target="../ink/ink106.xml"/><Relationship Id="rId26" Type="http://schemas.openxmlformats.org/officeDocument/2006/relationships/image" Target="../media/image27.png"/><Relationship Id="rId231" Type="http://schemas.openxmlformats.org/officeDocument/2006/relationships/image" Target="../media/image128.png"/><Relationship Id="rId252" Type="http://schemas.openxmlformats.org/officeDocument/2006/relationships/customXml" Target="../ink/ink128.xml"/><Relationship Id="rId273" Type="http://schemas.openxmlformats.org/officeDocument/2006/relationships/image" Target="../media/image148.png"/><Relationship Id="rId294" Type="http://schemas.openxmlformats.org/officeDocument/2006/relationships/customXml" Target="../ink/ink149.xml"/><Relationship Id="rId308" Type="http://schemas.openxmlformats.org/officeDocument/2006/relationships/customXml" Target="../ink/ink156.xml"/><Relationship Id="rId329" Type="http://schemas.openxmlformats.org/officeDocument/2006/relationships/image" Target="../media/image176.png"/><Relationship Id="rId47" Type="http://schemas.openxmlformats.org/officeDocument/2006/relationships/customXml" Target="../ink/ink23.xml"/><Relationship Id="rId68" Type="http://schemas.openxmlformats.org/officeDocument/2006/relationships/image" Target="../media/image48.png"/><Relationship Id="rId89" Type="http://schemas.openxmlformats.org/officeDocument/2006/relationships/customXml" Target="../ink/ink45.xml"/><Relationship Id="rId112" Type="http://schemas.openxmlformats.org/officeDocument/2006/relationships/image" Target="../media/image69.png"/><Relationship Id="rId133" Type="http://schemas.openxmlformats.org/officeDocument/2006/relationships/customXml" Target="../ink/ink67.xml"/><Relationship Id="rId154" Type="http://schemas.openxmlformats.org/officeDocument/2006/relationships/image" Target="../media/image90.png"/><Relationship Id="rId175" Type="http://schemas.openxmlformats.org/officeDocument/2006/relationships/customXml" Target="../ink/ink88.xml"/><Relationship Id="rId340" Type="http://schemas.openxmlformats.org/officeDocument/2006/relationships/customXml" Target="../ink/ink172.xml"/><Relationship Id="rId361" Type="http://schemas.openxmlformats.org/officeDocument/2006/relationships/image" Target="../media/image191.png"/><Relationship Id="rId196" Type="http://schemas.openxmlformats.org/officeDocument/2006/relationships/image" Target="../media/image111.png"/><Relationship Id="rId200" Type="http://schemas.openxmlformats.org/officeDocument/2006/relationships/image" Target="../media/image113.png"/><Relationship Id="rId16" Type="http://schemas.openxmlformats.org/officeDocument/2006/relationships/image" Target="../media/image22.png"/><Relationship Id="rId221" Type="http://schemas.openxmlformats.org/officeDocument/2006/relationships/image" Target="../media/image123.png"/><Relationship Id="rId242" Type="http://schemas.openxmlformats.org/officeDocument/2006/relationships/customXml" Target="../ink/ink123.xml"/><Relationship Id="rId263" Type="http://schemas.openxmlformats.org/officeDocument/2006/relationships/image" Target="../media/image143.png"/><Relationship Id="rId284" Type="http://schemas.openxmlformats.org/officeDocument/2006/relationships/customXml" Target="../ink/ink144.xml"/><Relationship Id="rId319" Type="http://schemas.openxmlformats.org/officeDocument/2006/relationships/image" Target="../media/image171.png"/><Relationship Id="rId37" Type="http://schemas.openxmlformats.org/officeDocument/2006/relationships/customXml" Target="../ink/ink18.xml"/><Relationship Id="rId58" Type="http://schemas.openxmlformats.org/officeDocument/2006/relationships/image" Target="../media/image43.png"/><Relationship Id="rId79" Type="http://schemas.openxmlformats.org/officeDocument/2006/relationships/customXml" Target="../ink/ink39.xml"/><Relationship Id="rId102" Type="http://schemas.openxmlformats.org/officeDocument/2006/relationships/image" Target="../media/image64.png"/><Relationship Id="rId123" Type="http://schemas.openxmlformats.org/officeDocument/2006/relationships/customXml" Target="../ink/ink62.xml"/><Relationship Id="rId144" Type="http://schemas.openxmlformats.org/officeDocument/2006/relationships/image" Target="../media/image85.png"/><Relationship Id="rId330" Type="http://schemas.openxmlformats.org/officeDocument/2006/relationships/customXml" Target="../ink/ink167.xml"/><Relationship Id="rId90" Type="http://schemas.openxmlformats.org/officeDocument/2006/relationships/image" Target="../media/image58.png"/><Relationship Id="rId165" Type="http://schemas.openxmlformats.org/officeDocument/2006/relationships/customXml" Target="../ink/ink83.xml"/><Relationship Id="rId186" Type="http://schemas.openxmlformats.org/officeDocument/2006/relationships/image" Target="../media/image106.png"/><Relationship Id="rId351" Type="http://schemas.openxmlformats.org/officeDocument/2006/relationships/customXml" Target="../ink/ink178.xml"/><Relationship Id="rId372" Type="http://schemas.openxmlformats.org/officeDocument/2006/relationships/customXml" Target="../ink/ink189.xml"/><Relationship Id="rId211" Type="http://schemas.openxmlformats.org/officeDocument/2006/relationships/image" Target="../media/image118.png"/><Relationship Id="rId232" Type="http://schemas.openxmlformats.org/officeDocument/2006/relationships/customXml" Target="../ink/ink117.xml"/><Relationship Id="rId253" Type="http://schemas.openxmlformats.org/officeDocument/2006/relationships/image" Target="../media/image138.png"/><Relationship Id="rId274" Type="http://schemas.openxmlformats.org/officeDocument/2006/relationships/customXml" Target="../ink/ink139.xml"/><Relationship Id="rId295" Type="http://schemas.openxmlformats.org/officeDocument/2006/relationships/image" Target="../media/image159.png"/><Relationship Id="rId309" Type="http://schemas.openxmlformats.org/officeDocument/2006/relationships/image" Target="../media/image166.png"/><Relationship Id="rId27" Type="http://schemas.openxmlformats.org/officeDocument/2006/relationships/customXml" Target="../ink/ink13.xml"/><Relationship Id="rId48" Type="http://schemas.openxmlformats.org/officeDocument/2006/relationships/image" Target="../media/image38.png"/><Relationship Id="rId69" Type="http://schemas.openxmlformats.org/officeDocument/2006/relationships/customXml" Target="../ink/ink34.xml"/><Relationship Id="rId113" Type="http://schemas.openxmlformats.org/officeDocument/2006/relationships/customXml" Target="../ink/ink57.xml"/><Relationship Id="rId134" Type="http://schemas.openxmlformats.org/officeDocument/2006/relationships/image" Target="../media/image80.png"/><Relationship Id="rId320" Type="http://schemas.openxmlformats.org/officeDocument/2006/relationships/customXml" Target="../ink/ink162.xml"/><Relationship Id="rId80" Type="http://schemas.openxmlformats.org/officeDocument/2006/relationships/image" Target="../media/image54.png"/><Relationship Id="rId155" Type="http://schemas.openxmlformats.org/officeDocument/2006/relationships/customXml" Target="../ink/ink78.xml"/><Relationship Id="rId176" Type="http://schemas.openxmlformats.org/officeDocument/2006/relationships/image" Target="../media/image101.png"/><Relationship Id="rId197" Type="http://schemas.openxmlformats.org/officeDocument/2006/relationships/customXml" Target="../ink/ink99.xml"/><Relationship Id="rId341" Type="http://schemas.openxmlformats.org/officeDocument/2006/relationships/image" Target="../media/image182.png"/><Relationship Id="rId362" Type="http://schemas.openxmlformats.org/officeDocument/2006/relationships/customXml" Target="../ink/ink184.xml"/><Relationship Id="rId201" Type="http://schemas.openxmlformats.org/officeDocument/2006/relationships/customXml" Target="../ink/ink101.xml"/><Relationship Id="rId222" Type="http://schemas.openxmlformats.org/officeDocument/2006/relationships/customXml" Target="../ink/ink112.xml"/><Relationship Id="rId243" Type="http://schemas.openxmlformats.org/officeDocument/2006/relationships/image" Target="../media/image133.png"/><Relationship Id="rId264" Type="http://schemas.openxmlformats.org/officeDocument/2006/relationships/customXml" Target="../ink/ink134.xml"/><Relationship Id="rId285" Type="http://schemas.openxmlformats.org/officeDocument/2006/relationships/image" Target="../media/image154.png"/><Relationship Id="rId17" Type="http://schemas.openxmlformats.org/officeDocument/2006/relationships/customXml" Target="../ink/ink8.xml"/><Relationship Id="rId38" Type="http://schemas.openxmlformats.org/officeDocument/2006/relationships/image" Target="../media/image33.png"/><Relationship Id="rId59" Type="http://schemas.openxmlformats.org/officeDocument/2006/relationships/customXml" Target="../ink/ink29.xml"/><Relationship Id="rId103" Type="http://schemas.openxmlformats.org/officeDocument/2006/relationships/customXml" Target="../ink/ink52.xml"/><Relationship Id="rId124" Type="http://schemas.openxmlformats.org/officeDocument/2006/relationships/image" Target="../media/image75.png"/><Relationship Id="rId310" Type="http://schemas.openxmlformats.org/officeDocument/2006/relationships/customXml" Target="../ink/ink157.xml"/><Relationship Id="rId70" Type="http://schemas.openxmlformats.org/officeDocument/2006/relationships/image" Target="../media/image49.png"/><Relationship Id="rId91" Type="http://schemas.openxmlformats.org/officeDocument/2006/relationships/customXml" Target="../ink/ink46.xml"/><Relationship Id="rId145" Type="http://schemas.openxmlformats.org/officeDocument/2006/relationships/customXml" Target="../ink/ink73.xml"/><Relationship Id="rId166" Type="http://schemas.openxmlformats.org/officeDocument/2006/relationships/image" Target="../media/image96.png"/><Relationship Id="rId187" Type="http://schemas.openxmlformats.org/officeDocument/2006/relationships/customXml" Target="../ink/ink94.xml"/><Relationship Id="rId331" Type="http://schemas.openxmlformats.org/officeDocument/2006/relationships/image" Target="../media/image177.png"/><Relationship Id="rId352" Type="http://schemas.openxmlformats.org/officeDocument/2006/relationships/image" Target="../media/image187.png"/><Relationship Id="rId373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7.xml"/><Relationship Id="rId233" Type="http://schemas.openxmlformats.org/officeDocument/2006/relationships/image" Target="../media/image129.png"/><Relationship Id="rId254" Type="http://schemas.openxmlformats.org/officeDocument/2006/relationships/customXml" Target="../ink/ink129.xml"/><Relationship Id="rId28" Type="http://schemas.openxmlformats.org/officeDocument/2006/relationships/image" Target="../media/image28.png"/><Relationship Id="rId49" Type="http://schemas.openxmlformats.org/officeDocument/2006/relationships/customXml" Target="../ink/ink24.xml"/><Relationship Id="rId114" Type="http://schemas.openxmlformats.org/officeDocument/2006/relationships/image" Target="../media/image70.png"/><Relationship Id="rId275" Type="http://schemas.openxmlformats.org/officeDocument/2006/relationships/image" Target="../media/image149.png"/><Relationship Id="rId296" Type="http://schemas.openxmlformats.org/officeDocument/2006/relationships/customXml" Target="../ink/ink150.xml"/><Relationship Id="rId300" Type="http://schemas.openxmlformats.org/officeDocument/2006/relationships/customXml" Target="../ink/ink152.xml"/><Relationship Id="rId60" Type="http://schemas.openxmlformats.org/officeDocument/2006/relationships/image" Target="../media/image44.png"/><Relationship Id="rId81" Type="http://schemas.openxmlformats.org/officeDocument/2006/relationships/customXml" Target="../ink/ink40.xml"/><Relationship Id="rId135" Type="http://schemas.openxmlformats.org/officeDocument/2006/relationships/customXml" Target="../ink/ink68.xml"/><Relationship Id="rId156" Type="http://schemas.openxmlformats.org/officeDocument/2006/relationships/image" Target="../media/image91.png"/><Relationship Id="rId177" Type="http://schemas.openxmlformats.org/officeDocument/2006/relationships/customXml" Target="../ink/ink89.xml"/><Relationship Id="rId198" Type="http://schemas.openxmlformats.org/officeDocument/2006/relationships/image" Target="../media/image112.png"/><Relationship Id="rId321" Type="http://schemas.openxmlformats.org/officeDocument/2006/relationships/image" Target="../media/image172.png"/><Relationship Id="rId342" Type="http://schemas.openxmlformats.org/officeDocument/2006/relationships/customXml" Target="../ink/ink173.xml"/><Relationship Id="rId363" Type="http://schemas.openxmlformats.org/officeDocument/2006/relationships/image" Target="../media/image192.png"/><Relationship Id="rId202" Type="http://schemas.openxmlformats.org/officeDocument/2006/relationships/image" Target="../media/image114.png"/><Relationship Id="rId223" Type="http://schemas.openxmlformats.org/officeDocument/2006/relationships/image" Target="../media/image124.png"/><Relationship Id="rId244" Type="http://schemas.openxmlformats.org/officeDocument/2006/relationships/customXml" Target="../ink/ink124.xml"/><Relationship Id="rId18" Type="http://schemas.openxmlformats.org/officeDocument/2006/relationships/image" Target="../media/image23.png"/><Relationship Id="rId39" Type="http://schemas.openxmlformats.org/officeDocument/2006/relationships/customXml" Target="../ink/ink19.xml"/><Relationship Id="rId265" Type="http://schemas.openxmlformats.org/officeDocument/2006/relationships/image" Target="../media/image144.png"/><Relationship Id="rId286" Type="http://schemas.openxmlformats.org/officeDocument/2006/relationships/customXml" Target="../ink/ink145.xml"/><Relationship Id="rId50" Type="http://schemas.openxmlformats.org/officeDocument/2006/relationships/image" Target="../media/image39.png"/><Relationship Id="rId104" Type="http://schemas.openxmlformats.org/officeDocument/2006/relationships/image" Target="../media/image65.png"/><Relationship Id="rId125" Type="http://schemas.openxmlformats.org/officeDocument/2006/relationships/customXml" Target="../ink/ink63.xml"/><Relationship Id="rId146" Type="http://schemas.openxmlformats.org/officeDocument/2006/relationships/image" Target="../media/image86.png"/><Relationship Id="rId167" Type="http://schemas.openxmlformats.org/officeDocument/2006/relationships/customXml" Target="../ink/ink84.xml"/><Relationship Id="rId188" Type="http://schemas.openxmlformats.org/officeDocument/2006/relationships/image" Target="../media/image107.png"/><Relationship Id="rId311" Type="http://schemas.openxmlformats.org/officeDocument/2006/relationships/image" Target="../media/image167.png"/><Relationship Id="rId332" Type="http://schemas.openxmlformats.org/officeDocument/2006/relationships/customXml" Target="../ink/ink168.xml"/><Relationship Id="rId353" Type="http://schemas.openxmlformats.org/officeDocument/2006/relationships/customXml" Target="../ink/ink179.xml"/><Relationship Id="rId374" Type="http://schemas.openxmlformats.org/officeDocument/2006/relationships/customXml" Target="../ink/ink190.xml"/><Relationship Id="rId71" Type="http://schemas.openxmlformats.org/officeDocument/2006/relationships/customXml" Target="../ink/ink35.xml"/><Relationship Id="rId92" Type="http://schemas.openxmlformats.org/officeDocument/2006/relationships/image" Target="../media/image59.png"/><Relationship Id="rId213" Type="http://schemas.openxmlformats.org/officeDocument/2006/relationships/image" Target="../media/image119.png"/><Relationship Id="rId234" Type="http://schemas.openxmlformats.org/officeDocument/2006/relationships/customXml" Target="../ink/ink118.xml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55" Type="http://schemas.openxmlformats.org/officeDocument/2006/relationships/image" Target="../media/image139.png"/><Relationship Id="rId276" Type="http://schemas.openxmlformats.org/officeDocument/2006/relationships/customXml" Target="../ink/ink140.xml"/><Relationship Id="rId297" Type="http://schemas.openxmlformats.org/officeDocument/2006/relationships/image" Target="../media/image160.png"/><Relationship Id="rId40" Type="http://schemas.openxmlformats.org/officeDocument/2006/relationships/image" Target="../media/image34.png"/><Relationship Id="rId115" Type="http://schemas.openxmlformats.org/officeDocument/2006/relationships/customXml" Target="../ink/ink58.xml"/><Relationship Id="rId136" Type="http://schemas.openxmlformats.org/officeDocument/2006/relationships/image" Target="../media/image81.png"/><Relationship Id="rId157" Type="http://schemas.openxmlformats.org/officeDocument/2006/relationships/customXml" Target="../ink/ink79.xml"/><Relationship Id="rId178" Type="http://schemas.openxmlformats.org/officeDocument/2006/relationships/image" Target="../media/image102.png"/><Relationship Id="rId301" Type="http://schemas.openxmlformats.org/officeDocument/2006/relationships/image" Target="../media/image162.png"/><Relationship Id="rId322" Type="http://schemas.openxmlformats.org/officeDocument/2006/relationships/customXml" Target="../ink/ink163.xml"/><Relationship Id="rId343" Type="http://schemas.openxmlformats.org/officeDocument/2006/relationships/image" Target="../media/image183.png"/><Relationship Id="rId364" Type="http://schemas.openxmlformats.org/officeDocument/2006/relationships/customXml" Target="../ink/ink185.xml"/><Relationship Id="rId61" Type="http://schemas.openxmlformats.org/officeDocument/2006/relationships/customXml" Target="../ink/ink30.xml"/><Relationship Id="rId82" Type="http://schemas.openxmlformats.org/officeDocument/2006/relationships/customXml" Target="../ink/ink41.xml"/><Relationship Id="rId199" Type="http://schemas.openxmlformats.org/officeDocument/2006/relationships/customXml" Target="../ink/ink100.xml"/><Relationship Id="rId203" Type="http://schemas.openxmlformats.org/officeDocument/2006/relationships/customXml" Target="../ink/ink102.xml"/><Relationship Id="rId19" Type="http://schemas.openxmlformats.org/officeDocument/2006/relationships/customXml" Target="../ink/ink9.xml"/><Relationship Id="rId224" Type="http://schemas.openxmlformats.org/officeDocument/2006/relationships/customXml" Target="../ink/ink113.xml"/><Relationship Id="rId245" Type="http://schemas.openxmlformats.org/officeDocument/2006/relationships/image" Target="../media/image134.png"/><Relationship Id="rId266" Type="http://schemas.openxmlformats.org/officeDocument/2006/relationships/customXml" Target="../ink/ink135.xml"/><Relationship Id="rId287" Type="http://schemas.openxmlformats.org/officeDocument/2006/relationships/image" Target="../media/image155.png"/><Relationship Id="rId30" Type="http://schemas.openxmlformats.org/officeDocument/2006/relationships/image" Target="../media/image29.png"/><Relationship Id="rId105" Type="http://schemas.openxmlformats.org/officeDocument/2006/relationships/customXml" Target="../ink/ink53.xml"/><Relationship Id="rId126" Type="http://schemas.openxmlformats.org/officeDocument/2006/relationships/image" Target="../media/image76.png"/><Relationship Id="rId147" Type="http://schemas.openxmlformats.org/officeDocument/2006/relationships/customXml" Target="../ink/ink74.xml"/><Relationship Id="rId168" Type="http://schemas.openxmlformats.org/officeDocument/2006/relationships/image" Target="../media/image97.png"/><Relationship Id="rId312" Type="http://schemas.openxmlformats.org/officeDocument/2006/relationships/customXml" Target="../ink/ink158.xml"/><Relationship Id="rId333" Type="http://schemas.openxmlformats.org/officeDocument/2006/relationships/image" Target="../media/image178.png"/><Relationship Id="rId354" Type="http://schemas.openxmlformats.org/officeDocument/2006/relationships/image" Target="../media/image188.png"/><Relationship Id="rId51" Type="http://schemas.openxmlformats.org/officeDocument/2006/relationships/customXml" Target="../ink/ink25.xml"/><Relationship Id="rId72" Type="http://schemas.openxmlformats.org/officeDocument/2006/relationships/image" Target="../media/image50.png"/><Relationship Id="rId93" Type="http://schemas.openxmlformats.org/officeDocument/2006/relationships/customXml" Target="../ink/ink47.xml"/><Relationship Id="rId189" Type="http://schemas.openxmlformats.org/officeDocument/2006/relationships/customXml" Target="../ink/ink95.xml"/><Relationship Id="rId375" Type="http://schemas.openxmlformats.org/officeDocument/2006/relationships/image" Target="../media/image198.png"/><Relationship Id="rId3" Type="http://schemas.openxmlformats.org/officeDocument/2006/relationships/customXml" Target="../ink/ink1.xml"/><Relationship Id="rId214" Type="http://schemas.openxmlformats.org/officeDocument/2006/relationships/customXml" Target="../ink/ink108.xml"/><Relationship Id="rId235" Type="http://schemas.openxmlformats.org/officeDocument/2006/relationships/image" Target="../media/image130.png"/><Relationship Id="rId256" Type="http://schemas.openxmlformats.org/officeDocument/2006/relationships/customXml" Target="../ink/ink130.xml"/><Relationship Id="rId277" Type="http://schemas.openxmlformats.org/officeDocument/2006/relationships/image" Target="../media/image150.png"/><Relationship Id="rId298" Type="http://schemas.openxmlformats.org/officeDocument/2006/relationships/customXml" Target="../ink/ink151.xml"/><Relationship Id="rId116" Type="http://schemas.openxmlformats.org/officeDocument/2006/relationships/image" Target="../media/image71.png"/><Relationship Id="rId137" Type="http://schemas.openxmlformats.org/officeDocument/2006/relationships/customXml" Target="../ink/ink69.xml"/><Relationship Id="rId158" Type="http://schemas.openxmlformats.org/officeDocument/2006/relationships/image" Target="../media/image92.png"/><Relationship Id="rId302" Type="http://schemas.openxmlformats.org/officeDocument/2006/relationships/customXml" Target="../ink/ink153.xml"/><Relationship Id="rId323" Type="http://schemas.openxmlformats.org/officeDocument/2006/relationships/image" Target="../media/image173.png"/><Relationship Id="rId344" Type="http://schemas.openxmlformats.org/officeDocument/2006/relationships/customXml" Target="../ink/ink174.xml"/><Relationship Id="rId20" Type="http://schemas.openxmlformats.org/officeDocument/2006/relationships/image" Target="../media/image24.png"/><Relationship Id="rId41" Type="http://schemas.openxmlformats.org/officeDocument/2006/relationships/customXml" Target="../ink/ink20.xml"/><Relationship Id="rId62" Type="http://schemas.openxmlformats.org/officeDocument/2006/relationships/image" Target="../media/image45.png"/><Relationship Id="rId83" Type="http://schemas.openxmlformats.org/officeDocument/2006/relationships/customXml" Target="../ink/ink42.xml"/><Relationship Id="rId179" Type="http://schemas.openxmlformats.org/officeDocument/2006/relationships/customXml" Target="../ink/ink90.xml"/><Relationship Id="rId365" Type="http://schemas.openxmlformats.org/officeDocument/2006/relationships/image" Target="../media/image193.png"/><Relationship Id="rId190" Type="http://schemas.openxmlformats.org/officeDocument/2006/relationships/image" Target="../media/image108.png"/><Relationship Id="rId204" Type="http://schemas.openxmlformats.org/officeDocument/2006/relationships/image" Target="../media/image115.png"/><Relationship Id="rId225" Type="http://schemas.openxmlformats.org/officeDocument/2006/relationships/image" Target="../media/image125.png"/><Relationship Id="rId246" Type="http://schemas.openxmlformats.org/officeDocument/2006/relationships/customXml" Target="../ink/ink125.xml"/><Relationship Id="rId267" Type="http://schemas.openxmlformats.org/officeDocument/2006/relationships/image" Target="../media/image145.png"/><Relationship Id="rId288" Type="http://schemas.openxmlformats.org/officeDocument/2006/relationships/customXml" Target="../ink/ink146.xml"/><Relationship Id="rId106" Type="http://schemas.openxmlformats.org/officeDocument/2006/relationships/image" Target="../media/image66.png"/><Relationship Id="rId127" Type="http://schemas.openxmlformats.org/officeDocument/2006/relationships/customXml" Target="../ink/ink64.xml"/><Relationship Id="rId313" Type="http://schemas.openxmlformats.org/officeDocument/2006/relationships/image" Target="../media/image168.png"/><Relationship Id="rId10" Type="http://schemas.openxmlformats.org/officeDocument/2006/relationships/image" Target="../media/image19.png"/><Relationship Id="rId31" Type="http://schemas.openxmlformats.org/officeDocument/2006/relationships/customXml" Target="../ink/ink15.xml"/><Relationship Id="rId52" Type="http://schemas.openxmlformats.org/officeDocument/2006/relationships/image" Target="../media/image40.png"/><Relationship Id="rId73" Type="http://schemas.openxmlformats.org/officeDocument/2006/relationships/customXml" Target="../ink/ink36.xml"/><Relationship Id="rId94" Type="http://schemas.openxmlformats.org/officeDocument/2006/relationships/image" Target="../media/image60.png"/><Relationship Id="rId148" Type="http://schemas.openxmlformats.org/officeDocument/2006/relationships/image" Target="../media/image87.png"/><Relationship Id="rId169" Type="http://schemas.openxmlformats.org/officeDocument/2006/relationships/customXml" Target="../ink/ink85.xml"/><Relationship Id="rId334" Type="http://schemas.openxmlformats.org/officeDocument/2006/relationships/customXml" Target="../ink/ink169.xml"/><Relationship Id="rId355" Type="http://schemas.openxmlformats.org/officeDocument/2006/relationships/customXml" Target="../ink/ink180.xml"/><Relationship Id="rId376" Type="http://schemas.openxmlformats.org/officeDocument/2006/relationships/customXml" Target="../ink/ink191.xml"/><Relationship Id="rId4" Type="http://schemas.openxmlformats.org/officeDocument/2006/relationships/image" Target="../media/image16.png"/><Relationship Id="rId180" Type="http://schemas.openxmlformats.org/officeDocument/2006/relationships/image" Target="../media/image103.png"/><Relationship Id="rId215" Type="http://schemas.openxmlformats.org/officeDocument/2006/relationships/image" Target="../media/image120.png"/><Relationship Id="rId236" Type="http://schemas.openxmlformats.org/officeDocument/2006/relationships/customXml" Target="../ink/ink119.xml"/><Relationship Id="rId257" Type="http://schemas.openxmlformats.org/officeDocument/2006/relationships/image" Target="../media/image140.png"/><Relationship Id="rId278" Type="http://schemas.openxmlformats.org/officeDocument/2006/relationships/customXml" Target="../ink/ink141.xml"/><Relationship Id="rId303" Type="http://schemas.openxmlformats.org/officeDocument/2006/relationships/image" Target="../media/image163.png"/><Relationship Id="rId42" Type="http://schemas.openxmlformats.org/officeDocument/2006/relationships/image" Target="../media/image35.png"/><Relationship Id="rId84" Type="http://schemas.openxmlformats.org/officeDocument/2006/relationships/image" Target="../media/image55.png"/><Relationship Id="rId138" Type="http://schemas.openxmlformats.org/officeDocument/2006/relationships/image" Target="../media/image82.png"/><Relationship Id="rId345" Type="http://schemas.openxmlformats.org/officeDocument/2006/relationships/image" Target="../media/image184.png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247" Type="http://schemas.openxmlformats.org/officeDocument/2006/relationships/image" Target="../media/image135.png"/><Relationship Id="rId107" Type="http://schemas.openxmlformats.org/officeDocument/2006/relationships/customXml" Target="../ink/ink54.xml"/><Relationship Id="rId289" Type="http://schemas.openxmlformats.org/officeDocument/2006/relationships/image" Target="../media/image156.png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customXml" Target="../ink/ink75.xml"/><Relationship Id="rId314" Type="http://schemas.openxmlformats.org/officeDocument/2006/relationships/customXml" Target="../ink/ink159.xml"/><Relationship Id="rId356" Type="http://schemas.openxmlformats.org/officeDocument/2006/relationships/customXml" Target="../ink/ink181.xml"/><Relationship Id="rId95" Type="http://schemas.openxmlformats.org/officeDocument/2006/relationships/customXml" Target="../ink/ink48.xml"/><Relationship Id="rId160" Type="http://schemas.openxmlformats.org/officeDocument/2006/relationships/image" Target="../media/image93.png"/><Relationship Id="rId216" Type="http://schemas.openxmlformats.org/officeDocument/2006/relationships/customXml" Target="../ink/ink109.xml"/><Relationship Id="rId258" Type="http://schemas.openxmlformats.org/officeDocument/2006/relationships/customXml" Target="../ink/ink131.xml"/><Relationship Id="rId22" Type="http://schemas.openxmlformats.org/officeDocument/2006/relationships/image" Target="../media/image25.png"/><Relationship Id="rId64" Type="http://schemas.openxmlformats.org/officeDocument/2006/relationships/image" Target="../media/image46.png"/><Relationship Id="rId118" Type="http://schemas.openxmlformats.org/officeDocument/2006/relationships/image" Target="../media/image72.png"/><Relationship Id="rId325" Type="http://schemas.openxmlformats.org/officeDocument/2006/relationships/image" Target="../media/image174.png"/><Relationship Id="rId367" Type="http://schemas.openxmlformats.org/officeDocument/2006/relationships/image" Target="../media/image194.png"/><Relationship Id="rId171" Type="http://schemas.openxmlformats.org/officeDocument/2006/relationships/customXml" Target="../ink/ink86.xml"/><Relationship Id="rId227" Type="http://schemas.openxmlformats.org/officeDocument/2006/relationships/image" Target="../media/image126.png"/><Relationship Id="rId269" Type="http://schemas.openxmlformats.org/officeDocument/2006/relationships/image" Target="../media/image146.png"/><Relationship Id="rId33" Type="http://schemas.openxmlformats.org/officeDocument/2006/relationships/customXml" Target="../ink/ink16.xml"/><Relationship Id="rId129" Type="http://schemas.openxmlformats.org/officeDocument/2006/relationships/customXml" Target="../ink/ink65.xml"/><Relationship Id="rId280" Type="http://schemas.openxmlformats.org/officeDocument/2006/relationships/customXml" Target="../ink/ink142.xml"/><Relationship Id="rId336" Type="http://schemas.openxmlformats.org/officeDocument/2006/relationships/customXml" Target="../ink/ink170.xml"/><Relationship Id="rId75" Type="http://schemas.openxmlformats.org/officeDocument/2006/relationships/customXml" Target="../ink/ink37.xml"/><Relationship Id="rId140" Type="http://schemas.openxmlformats.org/officeDocument/2006/relationships/image" Target="../media/image83.png"/><Relationship Id="rId182" Type="http://schemas.openxmlformats.org/officeDocument/2006/relationships/image" Target="../media/image104.png"/><Relationship Id="rId378" Type="http://schemas.openxmlformats.org/officeDocument/2006/relationships/customXml" Target="../ink/ink192.xml"/><Relationship Id="rId6" Type="http://schemas.openxmlformats.org/officeDocument/2006/relationships/image" Target="../media/image17.png"/><Relationship Id="rId238" Type="http://schemas.openxmlformats.org/officeDocument/2006/relationships/customXml" Target="../ink/ink120.xml"/><Relationship Id="rId291" Type="http://schemas.openxmlformats.org/officeDocument/2006/relationships/image" Target="../media/image157.png"/><Relationship Id="rId305" Type="http://schemas.openxmlformats.org/officeDocument/2006/relationships/image" Target="../media/image164.png"/><Relationship Id="rId347" Type="http://schemas.openxmlformats.org/officeDocument/2006/relationships/image" Target="../media/image185.png"/><Relationship Id="rId44" Type="http://schemas.openxmlformats.org/officeDocument/2006/relationships/image" Target="../media/image36.png"/><Relationship Id="rId86" Type="http://schemas.openxmlformats.org/officeDocument/2006/relationships/image" Target="../media/image56.png"/><Relationship Id="rId151" Type="http://schemas.openxmlformats.org/officeDocument/2006/relationships/customXml" Target="../ink/ink76.xml"/><Relationship Id="rId193" Type="http://schemas.openxmlformats.org/officeDocument/2006/relationships/customXml" Target="../ink/ink97.xml"/><Relationship Id="rId207" Type="http://schemas.openxmlformats.org/officeDocument/2006/relationships/image" Target="../media/image116.png"/><Relationship Id="rId249" Type="http://schemas.openxmlformats.org/officeDocument/2006/relationships/image" Target="../media/image136.png"/><Relationship Id="rId13" Type="http://schemas.openxmlformats.org/officeDocument/2006/relationships/customXml" Target="../ink/ink6.xml"/><Relationship Id="rId109" Type="http://schemas.openxmlformats.org/officeDocument/2006/relationships/customXml" Target="../ink/ink55.xml"/><Relationship Id="rId260" Type="http://schemas.openxmlformats.org/officeDocument/2006/relationships/customXml" Target="../ink/ink132.xml"/><Relationship Id="rId316" Type="http://schemas.openxmlformats.org/officeDocument/2006/relationships/customXml" Target="../ink/ink160.xml"/><Relationship Id="rId55" Type="http://schemas.openxmlformats.org/officeDocument/2006/relationships/customXml" Target="../ink/ink27.xml"/><Relationship Id="rId97" Type="http://schemas.openxmlformats.org/officeDocument/2006/relationships/customXml" Target="../ink/ink49.xml"/><Relationship Id="rId120" Type="http://schemas.openxmlformats.org/officeDocument/2006/relationships/image" Target="../media/image73.png"/><Relationship Id="rId358" Type="http://schemas.openxmlformats.org/officeDocument/2006/relationships/customXml" Target="../ink/ink182.xml"/><Relationship Id="rId162" Type="http://schemas.openxmlformats.org/officeDocument/2006/relationships/image" Target="../media/image94.png"/><Relationship Id="rId218" Type="http://schemas.openxmlformats.org/officeDocument/2006/relationships/customXml" Target="../ink/ink110.xml"/><Relationship Id="rId271" Type="http://schemas.openxmlformats.org/officeDocument/2006/relationships/image" Target="../media/image147.png"/><Relationship Id="rId24" Type="http://schemas.openxmlformats.org/officeDocument/2006/relationships/image" Target="../media/image26.png"/><Relationship Id="rId66" Type="http://schemas.openxmlformats.org/officeDocument/2006/relationships/image" Target="../media/image47.png"/><Relationship Id="rId131" Type="http://schemas.openxmlformats.org/officeDocument/2006/relationships/customXml" Target="../ink/ink66.xml"/><Relationship Id="rId327" Type="http://schemas.openxmlformats.org/officeDocument/2006/relationships/image" Target="../media/image175.png"/><Relationship Id="rId369" Type="http://schemas.openxmlformats.org/officeDocument/2006/relationships/image" Target="../media/image195.png"/><Relationship Id="rId173" Type="http://schemas.openxmlformats.org/officeDocument/2006/relationships/customXml" Target="../ink/ink87.xml"/><Relationship Id="rId229" Type="http://schemas.openxmlformats.org/officeDocument/2006/relationships/image" Target="../media/image127.png"/><Relationship Id="rId380" Type="http://schemas.openxmlformats.org/officeDocument/2006/relationships/customXml" Target="../ink/ink193.xml"/><Relationship Id="rId240" Type="http://schemas.openxmlformats.org/officeDocument/2006/relationships/customXml" Target="../ink/ink121.xml"/><Relationship Id="rId35" Type="http://schemas.openxmlformats.org/officeDocument/2006/relationships/customXml" Target="../ink/ink17.xml"/><Relationship Id="rId77" Type="http://schemas.openxmlformats.org/officeDocument/2006/relationships/customXml" Target="../ink/ink38.xml"/><Relationship Id="rId100" Type="http://schemas.openxmlformats.org/officeDocument/2006/relationships/image" Target="../media/image63.png"/><Relationship Id="rId282" Type="http://schemas.openxmlformats.org/officeDocument/2006/relationships/customXml" Target="../ink/ink143.xml"/><Relationship Id="rId338" Type="http://schemas.openxmlformats.org/officeDocument/2006/relationships/customXml" Target="../ink/ink171.xml"/><Relationship Id="rId8" Type="http://schemas.openxmlformats.org/officeDocument/2006/relationships/image" Target="../media/image18.png"/><Relationship Id="rId142" Type="http://schemas.openxmlformats.org/officeDocument/2006/relationships/image" Target="../media/image84.png"/><Relationship Id="rId184" Type="http://schemas.openxmlformats.org/officeDocument/2006/relationships/image" Target="../media/image105.png"/><Relationship Id="rId251" Type="http://schemas.openxmlformats.org/officeDocument/2006/relationships/image" Target="../media/image137.png"/><Relationship Id="rId46" Type="http://schemas.openxmlformats.org/officeDocument/2006/relationships/image" Target="../media/image37.png"/><Relationship Id="rId293" Type="http://schemas.openxmlformats.org/officeDocument/2006/relationships/image" Target="../media/image158.png"/><Relationship Id="rId307" Type="http://schemas.openxmlformats.org/officeDocument/2006/relationships/image" Target="../media/image165.png"/><Relationship Id="rId349" Type="http://schemas.openxmlformats.org/officeDocument/2006/relationships/image" Target="../media/image186.png"/><Relationship Id="rId88" Type="http://schemas.openxmlformats.org/officeDocument/2006/relationships/image" Target="../media/image57.png"/><Relationship Id="rId111" Type="http://schemas.openxmlformats.org/officeDocument/2006/relationships/customXml" Target="../ink/ink56.xml"/><Relationship Id="rId153" Type="http://schemas.openxmlformats.org/officeDocument/2006/relationships/customXml" Target="../ink/ink77.xml"/><Relationship Id="rId195" Type="http://schemas.openxmlformats.org/officeDocument/2006/relationships/customXml" Target="../ink/ink98.xml"/><Relationship Id="rId209" Type="http://schemas.openxmlformats.org/officeDocument/2006/relationships/image" Target="../media/image117.png"/><Relationship Id="rId360" Type="http://schemas.openxmlformats.org/officeDocument/2006/relationships/customXml" Target="../ink/ink183.xml"/><Relationship Id="rId220" Type="http://schemas.openxmlformats.org/officeDocument/2006/relationships/customXml" Target="../ink/ink111.xml"/><Relationship Id="rId15" Type="http://schemas.openxmlformats.org/officeDocument/2006/relationships/customXml" Target="../ink/ink7.xml"/><Relationship Id="rId57" Type="http://schemas.openxmlformats.org/officeDocument/2006/relationships/customXml" Target="../ink/ink28.xml"/><Relationship Id="rId262" Type="http://schemas.openxmlformats.org/officeDocument/2006/relationships/customXml" Target="../ink/ink133.xml"/><Relationship Id="rId318" Type="http://schemas.openxmlformats.org/officeDocument/2006/relationships/customXml" Target="../ink/ink161.xml"/><Relationship Id="rId99" Type="http://schemas.openxmlformats.org/officeDocument/2006/relationships/customXml" Target="../ink/ink50.xml"/><Relationship Id="rId122" Type="http://schemas.openxmlformats.org/officeDocument/2006/relationships/image" Target="../media/image74.png"/><Relationship Id="rId164" Type="http://schemas.openxmlformats.org/officeDocument/2006/relationships/image" Target="../media/image95.png"/><Relationship Id="rId371" Type="http://schemas.openxmlformats.org/officeDocument/2006/relationships/image" Target="../media/image1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322FD-CCA9-4406-9618-24339941C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305" y="317048"/>
            <a:ext cx="7516836" cy="902154"/>
          </a:xfrm>
        </p:spPr>
        <p:txBody>
          <a:bodyPr>
            <a:noAutofit/>
          </a:bodyPr>
          <a:lstStyle/>
          <a:p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4: Randomized Data Structures </a:t>
            </a:r>
            <a:br>
              <a:rPr lang="en-IN" sz="1400" dirty="0">
                <a:latin typeface="Times New Roman" panose="02020603050405020304" pitchFamily="18" charset="0"/>
                <a:cs typeface="Times New Roman" pitchFamily="18" charset="0"/>
              </a:rPr>
            </a:br>
            <a:br>
              <a:rPr lang="en-IN" sz="1000" dirty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Structures-II </a:t>
            </a:r>
            <a:endParaRPr lang="en-IN" sz="105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E6DDC4-FD95-4802-92CF-9A0A66152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4616" y="1448162"/>
            <a:ext cx="7214214" cy="98470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Dr. Dattatray G. Takale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Dattatray.takale@viit.ac.in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Department of Data Science 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2E6DDC4-FD95-4802-92CF-9A0A66152708}"/>
              </a:ext>
            </a:extLst>
          </p:cNvPr>
          <p:cNvSpPr txBox="1">
            <a:spLocks/>
          </p:cNvSpPr>
          <p:nvPr/>
        </p:nvSpPr>
        <p:spPr>
          <a:xfrm>
            <a:off x="249210" y="4021068"/>
            <a:ext cx="8645581" cy="420461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68580" tIns="34290" rIns="68580" bIns="3429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BRACT’S, Vishwakarma Institute of Information Technology, Pune-48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605" y="2521468"/>
            <a:ext cx="1326236" cy="1499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07052" y="4427922"/>
            <a:ext cx="83493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(An Autonomous Institute affiliated to Savitribai Phule Pune University)</a:t>
            </a:r>
          </a:p>
          <a:p>
            <a:pPr algn="ctr"/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(NBA and NAAC accredited, ISO 9001:2015 certified) </a:t>
            </a:r>
          </a:p>
        </p:txBody>
      </p:sp>
    </p:spTree>
    <p:extLst>
      <p:ext uri="{BB962C8B-B14F-4D97-AF65-F5344CB8AC3E}">
        <p14:creationId xmlns:p14="http://schemas.microsoft.com/office/powerpoint/2010/main" val="2675140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25C49-0FED-4D6B-B28B-CEC15C300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728004"/>
          </a:xfrm>
        </p:spPr>
        <p:txBody>
          <a:bodyPr>
            <a:normAutofit/>
          </a:bodyPr>
          <a:lstStyle/>
          <a:p>
            <a:pPr algn="ctr"/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-4 :Contents</a:t>
            </a:r>
            <a:endParaRPr lang="en-IN" sz="27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90B0E-ED9E-4B65-820F-8F4890616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402" y="493335"/>
            <a:ext cx="8499507" cy="4111830"/>
          </a:xfrm>
        </p:spPr>
        <p:txBody>
          <a:bodyPr anchor="t">
            <a:normAutofit/>
          </a:bodyPr>
          <a:lstStyle/>
          <a:p>
            <a:pPr marL="0" indent="0" algn="just">
              <a:lnSpc>
                <a:spcPct val="115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Randomized Data Structures </a:t>
            </a:r>
          </a:p>
          <a:p>
            <a:pPr marL="0" indent="0" algn="just">
              <a:lnSpc>
                <a:spcPct val="115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 of randomized algorithm and probability theory, Skip Lists: Structural Properties of Skip Lists, Space Complexity of skip list.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Randomized Binary Search Tree </a:t>
            </a:r>
            <a:endParaRPr lang="en-I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91" y="-91341"/>
            <a:ext cx="724623" cy="8193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882455"/>
            <a:ext cx="9144000" cy="252687"/>
          </a:xfrm>
          <a:prstGeom prst="rect">
            <a:avLst/>
          </a:prstGeom>
          <a:solidFill>
            <a:srgbClr val="43A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 Dattatray G Takale, Department of Computer Engineering, VIT, Pune-37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757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EE11404B-C255-4211-5B2B-18174240A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0BCF2A6E-C354-CEF6-59BA-D3B9006806AB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B08967-6422-2189-ED3A-A5B43E61ED3F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583400-22AD-6169-D438-AB843706BBD4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Randomized Algorithm</a:t>
            </a:r>
            <a:r>
              <a:rPr lang="en-US" sz="2700" b="1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0CF9F0-255F-C70C-1E6E-FEA6A8938A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3B061C-F97C-9DA2-84DE-EF4B1BD89FBE}"/>
              </a:ext>
            </a:extLst>
          </p:cNvPr>
          <p:cNvSpPr txBox="1"/>
          <p:nvPr/>
        </p:nvSpPr>
        <p:spPr>
          <a:xfrm>
            <a:off x="493690" y="936984"/>
            <a:ext cx="8317800" cy="16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randomized algorithm is an algorithm that uses random numbers at one or more steps during its execution to make decisions.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same input, it may produce different outputs or execution paths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performance is analyzed using probability (expected time, success probability)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DAE890-A222-A24C-2CB1-770BFC189C37}"/>
                  </a:ext>
                </a:extLst>
              </p:cNvPr>
              <p:cNvSpPr txBox="1"/>
              <p:nvPr/>
            </p:nvSpPr>
            <p:spPr>
              <a:xfrm>
                <a:off x="5121498" y="2680079"/>
                <a:ext cx="3936643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Examples of Randomized Algorithms</a:t>
                </a:r>
              </a:p>
              <a:p>
                <a:pPr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1: Randomized Quicksort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Instead of Selecting the first or last element as pivot: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Choose a random pivot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Partition the array based on pivot </a:t>
                </a:r>
              </a:p>
              <a:p>
                <a:pPr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randomization helps: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Gives expected time complexity: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func>
                            <m:func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DAE890-A222-A24C-2CB1-770BFC189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498" y="2680079"/>
                <a:ext cx="3936643" cy="1815882"/>
              </a:xfrm>
              <a:prstGeom prst="rect">
                <a:avLst/>
              </a:prstGeom>
              <a:blipFill>
                <a:blip r:embed="rId4"/>
                <a:stretch>
                  <a:fillRect l="-464" t="-671" b="-6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4BA5712-AED6-6576-1630-FB53B576187E}"/>
              </a:ext>
            </a:extLst>
          </p:cNvPr>
          <p:cNvSpPr txBox="1"/>
          <p:nvPr/>
        </p:nvSpPr>
        <p:spPr>
          <a:xfrm>
            <a:off x="549498" y="2609049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random number generator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 depends on random choices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measured in: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time complexity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correctness (if applicable) </a:t>
            </a:r>
          </a:p>
        </p:txBody>
      </p:sp>
    </p:spTree>
    <p:extLst>
      <p:ext uri="{BB962C8B-B14F-4D97-AF65-F5344CB8AC3E}">
        <p14:creationId xmlns:p14="http://schemas.microsoft.com/office/powerpoint/2010/main" val="2652071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0F7407F0-1DED-FCD5-CA5F-38C25459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0B638BF7-F721-CAC6-8DA6-B656BF2E5871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B1B651-0218-C079-5606-6D7940EC1949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70B18F-82B5-A25C-3ABE-07087A99B23C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Randomized Algorithm</a:t>
            </a:r>
            <a:r>
              <a:rPr lang="en-US" sz="2700" b="1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4E149-17CC-9913-BCAB-DF9B7CEB0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B8EA62-C4C5-76D6-70E7-5AF9DF9228F5}"/>
              </a:ext>
            </a:extLst>
          </p:cNvPr>
          <p:cNvSpPr txBox="1"/>
          <p:nvPr/>
        </p:nvSpPr>
        <p:spPr>
          <a:xfrm>
            <a:off x="362311" y="1028325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Randomized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Simpler than deterministic alternatives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worst-case scenarios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 practice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faster on average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74D1FA-C3A4-FA80-E24A-C4393A3ED233}"/>
              </a:ext>
            </a:extLst>
          </p:cNvPr>
          <p:cNvSpPr txBox="1"/>
          <p:nvPr/>
        </p:nvSpPr>
        <p:spPr>
          <a:xfrm>
            <a:off x="4334378" y="1028325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may vary between runs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algorithms may produce incorrect output (Monte Carlo)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Harder to debug due to randomness</a:t>
            </a:r>
          </a:p>
        </p:txBody>
      </p:sp>
    </p:spTree>
    <p:extLst>
      <p:ext uri="{BB962C8B-B14F-4D97-AF65-F5344CB8AC3E}">
        <p14:creationId xmlns:p14="http://schemas.microsoft.com/office/powerpoint/2010/main" val="1292743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62B7CB81-9BE3-039D-49AE-7EC451E85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C8FEAE91-6E94-07FA-A979-8E6E64549CC4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16BF3A-A55C-8686-B09F-706E8D382E95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E2EF3-FCB5-AD54-FB4F-51EC82536C9A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Randomized Algorithm</a:t>
            </a:r>
            <a:r>
              <a:rPr lang="en-US" sz="2700" b="1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AB4732-2D18-12B0-CCBB-ED0F49BAB8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D17350-A340-E1D8-DBD0-813127BA42CC}"/>
              </a:ext>
            </a:extLst>
          </p:cNvPr>
          <p:cNvSpPr txBox="1"/>
          <p:nvPr/>
        </p:nvSpPr>
        <p:spPr>
          <a:xfrm>
            <a:off x="382073" y="819345"/>
            <a:ext cx="8517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Randomization is introduced in algorithms to overcome limitations of deterministic approaches and to achieve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efficiency, simplicity, and robustness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61E408-4575-E9BF-1933-F99251CE8B80}"/>
                  </a:ext>
                </a:extLst>
              </p:cNvPr>
              <p:cNvSpPr txBox="1"/>
              <p:nvPr/>
            </p:nvSpPr>
            <p:spPr>
              <a:xfrm>
                <a:off x="382074" y="1429710"/>
                <a:ext cx="5413420" cy="33516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Avoiding Worst-Case Scenarios</a:t>
                </a:r>
              </a:p>
              <a:p>
                <a:pPr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Deterministic algorithms can perform poorly on specific inputs.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QuickSort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if the pivot is always the smallest/largest element: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✔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Randomly choose pivot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Expected performance becomes: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  <m:func>
                            <m:func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Simplicity of Design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Randomized algorithms are often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simpler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than deterministic ones.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👉 Example: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Balanced trees (AVL, Red-Black) require complex rotations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Randomized structures like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Skip Lists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Treaps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strict balancing rules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Easier implementation</a:t>
                </a:r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61E408-4575-E9BF-1933-F99251CE8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74" y="1429710"/>
                <a:ext cx="5413420" cy="3351687"/>
              </a:xfrm>
              <a:prstGeom prst="rect">
                <a:avLst/>
              </a:prstGeom>
              <a:blipFill>
                <a:blip r:embed="rId4"/>
                <a:stretch>
                  <a:fillRect l="-450" t="-364" b="-10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4199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F70D9E15-113A-0982-CE30-BE6B83B03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2C210989-99C5-2F69-CE92-8B430EAD53E0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EE4FA8-317F-CDF2-962A-938C9CDE87D6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910E7B-F3E9-7F9C-8BD1-19B6550F51BD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Randomized Algorithm</a:t>
            </a:r>
            <a:r>
              <a:rPr lang="en-US" sz="2700" b="1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FC3A49-B2E4-673B-1393-4FA3E4445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265925-1099-4C7F-C731-523E1E5CD4FB}"/>
                  </a:ext>
                </a:extLst>
              </p:cNvPr>
              <p:cNvSpPr txBox="1"/>
              <p:nvPr/>
            </p:nvSpPr>
            <p:spPr>
              <a:xfrm>
                <a:off x="382073" y="1429710"/>
                <a:ext cx="8023537" cy="35394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Good Expected Performance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 though randomness is involved, these algorithms guarantee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highly efficient expected performance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Skip List operations: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Treap operations: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✔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Performance is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consistent on average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Efficient Approximation and Probabilistic Solutions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Some problems are too complex to solve exactly.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✔ Randomized algorithms provide: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Fast approximate solutions 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Acceptable accuracy 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👉 Example: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Primality testing (Monte Carlo methods) 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Sampling-based algorithms 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265925-1099-4C7F-C731-523E1E5CD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73" y="1429710"/>
                <a:ext cx="8023537" cy="3539430"/>
              </a:xfrm>
              <a:prstGeom prst="rect">
                <a:avLst/>
              </a:prstGeom>
              <a:blipFill>
                <a:blip r:embed="rId4"/>
                <a:stretch>
                  <a:fillRect l="-304" t="-3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9438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511DFDBB-ACD3-8BAF-14BD-9446D0245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8BC6E6D1-EACD-13DE-C701-97FC0AC05E32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94C50C-C431-909F-848E-B9FA5ABFA988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3722FA-EC76-C0C4-B586-236F14272840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Algorithms</a:t>
            </a:r>
            <a:endParaRPr lang="en-IN" sz="2000" b="1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Randomized Algorithm</a:t>
            </a:r>
            <a:r>
              <a:rPr lang="en-US" sz="1800" b="1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endParaRPr lang="en-IN" sz="18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ADC132-47C8-4440-999E-EDD3143B8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7ED02E-5F1A-10C0-5814-6BD856BFC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142636"/>
              </p:ext>
            </p:extLst>
          </p:nvPr>
        </p:nvGraphicFramePr>
        <p:xfrm>
          <a:off x="128789" y="819343"/>
          <a:ext cx="8087931" cy="37827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5977">
                  <a:extLst>
                    <a:ext uri="{9D8B030D-6E8A-4147-A177-3AD203B41FA5}">
                      <a16:colId xmlns:a16="http://schemas.microsoft.com/office/drawing/2014/main" val="2024929546"/>
                    </a:ext>
                  </a:extLst>
                </a:gridCol>
                <a:gridCol w="2695977">
                  <a:extLst>
                    <a:ext uri="{9D8B030D-6E8A-4147-A177-3AD203B41FA5}">
                      <a16:colId xmlns:a16="http://schemas.microsoft.com/office/drawing/2014/main" val="3773378365"/>
                    </a:ext>
                  </a:extLst>
                </a:gridCol>
                <a:gridCol w="2695977">
                  <a:extLst>
                    <a:ext uri="{9D8B030D-6E8A-4147-A177-3AD203B41FA5}">
                      <a16:colId xmlns:a16="http://schemas.microsoft.com/office/drawing/2014/main" val="3993524977"/>
                    </a:ext>
                  </a:extLst>
                </a:gridCol>
              </a:tblGrid>
              <a:tr h="343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Deterministic Algorithms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Randomized Algorithms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753340"/>
                  </a:ext>
                </a:extLst>
              </a:tr>
              <a:tr h="343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sequence of steps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randomness in decisions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9093600"/>
                  </a:ext>
                </a:extLst>
              </a:tr>
              <a:tr h="343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for same input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vary for same input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0567583"/>
                  </a:ext>
                </a:extLst>
              </a:tr>
              <a:tr h="343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Predictable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Probabilistic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4550560"/>
                  </a:ext>
                </a:extLst>
              </a:tr>
              <a:tr h="343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Execution Path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Varies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2929023"/>
                  </a:ext>
                </a:extLst>
              </a:tr>
              <a:tr h="343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Complexity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time complexity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1043399"/>
                  </a:ext>
                </a:extLst>
              </a:tr>
              <a:tr h="343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Worst-case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degrade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Avoided using randomness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9859152"/>
                  </a:ext>
                </a:extLst>
              </a:tr>
              <a:tr h="343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sometimes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Simpler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3081806"/>
                  </a:ext>
                </a:extLst>
              </a:tr>
              <a:tr h="343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dependent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Consistent on average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2496962"/>
                  </a:ext>
                </a:extLst>
              </a:tr>
              <a:tr h="343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Correctness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Always correct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be probabilistic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5822744"/>
                  </a:ext>
                </a:extLst>
              </a:tr>
              <a:tr h="343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Merge Sort, BST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QuickSort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Skip List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269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1677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DFF865F1-9C52-1F03-8507-CA716DB3D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A700F5EC-1E33-B9CF-E643-CEB86B093E78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4AC0C3-5E6B-8977-C4DE-C25E19C42BB1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012323-9A09-244F-C46E-029760D8C836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18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D79B33-8DD3-51F2-4558-DB49117B5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51439A-5B0D-AF91-3226-DEE4902BF52C}"/>
              </a:ext>
            </a:extLst>
          </p:cNvPr>
          <p:cNvSpPr txBox="1"/>
          <p:nvPr/>
        </p:nvSpPr>
        <p:spPr>
          <a:xfrm>
            <a:off x="2633730" y="101895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Randomized Algorithms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9D4A10-B93E-C9BA-6C90-6F00E1191E2B}"/>
              </a:ext>
            </a:extLst>
          </p:cNvPr>
          <p:cNvSpPr txBox="1"/>
          <p:nvPr/>
        </p:nvSpPr>
        <p:spPr>
          <a:xfrm>
            <a:off x="540913" y="1018761"/>
            <a:ext cx="4783044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main categories: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 Las Vegas Algorithms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2. Monte Carlo Algorithms</a:t>
            </a: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rely on randomization but differ in correctness guarantees.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FCFD7F-43FD-6C75-7BF3-83406F596C37}"/>
              </a:ext>
            </a:extLst>
          </p:cNvPr>
          <p:cNvSpPr txBox="1"/>
          <p:nvPr/>
        </p:nvSpPr>
        <p:spPr>
          <a:xfrm>
            <a:off x="256848" y="2565646"/>
            <a:ext cx="400605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 Vegas Algorithms: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 Vegas algorithm always produces the correct result, but its running time is random.</a:t>
            </a:r>
          </a:p>
          <a:p>
            <a:pPr algn="just"/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produce correct results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time depends on random choices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analyzed using expected time complexity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Randomized Quicksort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Expected running time O(n log n).</a:t>
            </a: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72E62A-CC02-CF6C-537D-304F0D8A10EC}"/>
              </a:ext>
            </a:extLst>
          </p:cNvPr>
          <p:cNvSpPr txBox="1"/>
          <p:nvPr/>
        </p:nvSpPr>
        <p:spPr>
          <a:xfrm>
            <a:off x="4520486" y="2586809"/>
            <a:ext cx="436666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Algorithms: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Monte Carlo algorithm has a fixed running time, but the result may be incorrect with a small probability.</a:t>
            </a:r>
          </a:p>
          <a:p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running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probability of producing incorrect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probability can be reduced by repetition</a:t>
            </a:r>
          </a:p>
          <a:p>
            <a:pPr marL="0" indent="0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Randomized primality testing.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3CE8522-A895-6DF9-7D04-9152D1768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619" y="866465"/>
            <a:ext cx="3612222" cy="151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546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A7C8474C-7915-32F8-D814-2F3A4BD00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EAD8CD78-4666-46E3-F57D-25D3224F2168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F9825D-0E83-E597-96D9-1A7B203BDA0A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D83E8-419D-52AC-D289-DED3E1A4E83D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Randomized </a:t>
            </a: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FD937-AA2A-04E3-509F-E042B79CAE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AEEBD4-5BF1-CDAF-C4AF-2DF16BCBE8AB}"/>
              </a:ext>
            </a:extLst>
          </p:cNvPr>
          <p:cNvSpPr txBox="1"/>
          <p:nvPr/>
        </p:nvSpPr>
        <p:spPr>
          <a:xfrm>
            <a:off x="781318" y="936985"/>
            <a:ext cx="6076682" cy="2612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algorithms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tables and data indexing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algorithms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systems</a:t>
            </a:r>
          </a:p>
        </p:txBody>
      </p:sp>
    </p:spTree>
    <p:extLst>
      <p:ext uri="{BB962C8B-B14F-4D97-AF65-F5344CB8AC3E}">
        <p14:creationId xmlns:p14="http://schemas.microsoft.com/office/powerpoint/2010/main" val="1712899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26DDF191-E608-E500-64D7-8C6ADA978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2D7C01C0-D648-61A9-FB9A-7E5545FBFAC0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4CBF42-2AFC-5DB1-2566-B66F14C520C3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A49C8A-BAF6-450C-2966-3C5F00A6025B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Theory in 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A85CB3-873F-B4A8-AE6E-EDFEEF021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E33757-F306-C9B6-2BFF-7CDADBA023A8}"/>
              </a:ext>
            </a:extLst>
          </p:cNvPr>
          <p:cNvSpPr txBox="1"/>
          <p:nvPr/>
        </p:nvSpPr>
        <p:spPr>
          <a:xfrm>
            <a:off x="407831" y="881177"/>
            <a:ext cx="8278970" cy="3473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theory provides tools to analyze randomized algorithms.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concepts: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Random experiments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Sample space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Events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Random variables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Expected value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Variance</a:t>
            </a:r>
          </a:p>
        </p:txBody>
      </p:sp>
    </p:spTree>
    <p:extLst>
      <p:ext uri="{BB962C8B-B14F-4D97-AF65-F5344CB8AC3E}">
        <p14:creationId xmlns:p14="http://schemas.microsoft.com/office/powerpoint/2010/main" val="709741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28B1DEC1-90C0-45A3-296E-A7D2983B3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9C22E586-05D4-CF3E-5FDB-C1795B1B3CB7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DDAC27-E0B8-FBEE-83CF-E6BE745940CF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E17A4-EAAB-B117-065C-72E154914187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Experiments</a:t>
            </a:r>
            <a:endParaRPr lang="en-IN" sz="24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CE118-62B3-4F1E-317C-4194AB0E9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930775-C697-A8A2-AA15-1AA61898D336}"/>
              </a:ext>
            </a:extLst>
          </p:cNvPr>
          <p:cNvSpPr txBox="1"/>
          <p:nvPr/>
        </p:nvSpPr>
        <p:spPr>
          <a:xfrm>
            <a:off x="407831" y="881177"/>
            <a:ext cx="8278970" cy="2612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random experiment is a process whose outcome cannot be predicted with certainty."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Coin toss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Dice roll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Random number generation</a:t>
            </a: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726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9CE26FB3-E35A-365E-B6F6-7001CD95C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0E27755A-4803-5DEA-B425-9E038BB129ED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4809FC-C9EC-5CE7-1227-70C9DD16652F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09A748-DE23-2061-8EB8-3A57AD234161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Space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A6158-4C9C-EE65-E1A4-4B1A92B4D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19AB84-E4A1-6826-E877-642AC0C2C8CC}"/>
              </a:ext>
            </a:extLst>
          </p:cNvPr>
          <p:cNvSpPr txBox="1"/>
          <p:nvPr/>
        </p:nvSpPr>
        <p:spPr>
          <a:xfrm>
            <a:off x="407831" y="881177"/>
            <a:ext cx="8278970" cy="218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all possible outcomes of a random experiment.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Coin toss: {Head, Tail}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Dice roll: {1,2,3,4,5,6}</a:t>
            </a: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21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9E3E1AAA-6477-9F66-12B7-EAD1EC9C2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541122FF-2C2D-20EF-A05E-FF4F985C33BF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192ECB-0EA5-8CF6-DAD8-307DCD3A0FAA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0063A-357F-127D-B421-48D65F26BC52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64DECD-FDAB-0F04-9D09-3C05247B5D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DBAF44-8C12-AC09-B520-874D1A85C067}"/>
              </a:ext>
            </a:extLst>
          </p:cNvPr>
          <p:cNvSpPr txBox="1"/>
          <p:nvPr/>
        </p:nvSpPr>
        <p:spPr>
          <a:xfrm>
            <a:off x="407831" y="881177"/>
            <a:ext cx="8278970" cy="1750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“An event is a subset of the sample space."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Dice roll event 'even number' = {2,4,6}</a:t>
            </a: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358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0150BC38-58B2-CDD5-A5E2-1E7D605D6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70337745-10DE-158C-6FE7-9D6D8F7EBD36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518D0E-4A9F-5106-488A-F42B70D2D9B3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5846CD-51A7-9DF2-F0AC-072FFEFA6FC1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Definition</a:t>
            </a:r>
            <a:endParaRPr lang="en-IN" sz="24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10830-312B-59EE-5948-8B471C16A6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67D4B8-173B-ECBB-D5C6-D8C2479FFCF4}"/>
              </a:ext>
            </a:extLst>
          </p:cNvPr>
          <p:cNvSpPr txBox="1"/>
          <p:nvPr/>
        </p:nvSpPr>
        <p:spPr>
          <a:xfrm>
            <a:off x="407831" y="881177"/>
            <a:ext cx="8278970" cy="3473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measure of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likelihood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an event will occur in a random experiment.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event A: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P(A) = Favorable outcomes / Total outcomes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getting even number on dice: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P(A)=3/6=1/2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experiments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quantify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randomized algorithms and data structures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926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38364AA2-5C1E-8962-F7A0-5B818D9E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0B6DB84D-A0B3-AFF2-F080-63F21953F258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9DCAB5-6AB5-4A31-3808-8CC1DBF49316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CDDCCC-310F-5606-0ADF-D50F43AE398B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itchFamily="18" charset="0"/>
              </a:rPr>
              <a:t>Random Variable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0B20D-803B-FB58-A886-14C3A65DE0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867A80-5E4F-4800-7D85-7055FA80CF28}"/>
              </a:ext>
            </a:extLst>
          </p:cNvPr>
          <p:cNvSpPr txBox="1"/>
          <p:nvPr/>
        </p:nvSpPr>
        <p:spPr>
          <a:xfrm>
            <a:off x="407831" y="881177"/>
            <a:ext cx="8278970" cy="218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random variable assigns numerical values to outcomes."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Discrete random variables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Continuous random variables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Coin toss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X = 1 if Head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X = 0 if Tail</a:t>
            </a: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778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1E1FE1D8-223E-AB69-ED0C-F7508900F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4FE35C6D-3D27-06E0-E21A-C6531B12FABE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6C59A0-E082-6037-F8F6-4EFB5262A054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1818B-6341-E164-6468-9029A30D7C2F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28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C5B580-948F-A635-1DE0-4493C39F9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0450F7-15CF-C258-6110-690E54FDBBC6}"/>
              </a:ext>
            </a:extLst>
          </p:cNvPr>
          <p:cNvSpPr txBox="1"/>
          <p:nvPr/>
        </p:nvSpPr>
        <p:spPr>
          <a:xfrm>
            <a:off x="781318" y="936985"/>
            <a:ext cx="6076682" cy="1750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Randomized algorithms 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Simpler implementations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expected performance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against worst‑case inputs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in large-scale data systems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352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AA3F6809-3C51-5FA5-B50C-CE7CBE5E7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A46D07F4-0FB6-A218-E57A-88FE1528FFE5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DCF73D-A070-C8E0-3741-665590A48DAE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C1259D-4B74-0011-1D26-81EB3C8C1C34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Treap of Randomized </a:t>
            </a: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6A2DC2-F545-79BA-0A37-639370E325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7D96DF-6A20-A088-6590-5DDBD2DFE0B5}"/>
              </a:ext>
            </a:extLst>
          </p:cNvPr>
          <p:cNvSpPr txBox="1"/>
          <p:nvPr/>
        </p:nvSpPr>
        <p:spPr>
          <a:xfrm>
            <a:off x="781318" y="936985"/>
            <a:ext cx="7688688" cy="4491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Treap introduced by: Raimund Seidel and Cecilia Aragon (1989)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Treap = Tree + Heap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randomized balanced binary search tree where: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Keys maintain BST ordering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Priorities maintain heap ordering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is determined by both key and priority.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randomized alternative to deterministic balanced trees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expected logarithmic performance.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Treap maintains two properties simultaneously: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Binary Search Tree property on keys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Heap property on priorities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priorities probabilistically balance the tree.</a:t>
            </a:r>
          </a:p>
          <a:p>
            <a:pPr>
              <a:lnSpc>
                <a:spcPct val="1500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086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181F257C-0062-3FC2-93E8-7431AC737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B8D0946D-4B09-A29F-A008-431E190E63BE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9158FD-F9F1-5475-176F-414A5B35C3E2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2684C-5EED-58E6-B0D5-BB295DD7217E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Treap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69EF87-E587-23B6-A1EA-9C30DE2C3B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A5982F-7A09-8C09-8A4B-A630AD6AC88B}"/>
              </a:ext>
            </a:extLst>
          </p:cNvPr>
          <p:cNvSpPr txBox="1"/>
          <p:nvPr/>
        </p:nvSpPr>
        <p:spPr>
          <a:xfrm>
            <a:off x="781318" y="936985"/>
            <a:ext cx="7688688" cy="336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6A7AEAE-94FE-5CA3-C284-6C70CC446943}"/>
              </a:ext>
            </a:extLst>
          </p:cNvPr>
          <p:cNvSpPr txBox="1">
            <a:spLocks/>
          </p:cNvSpPr>
          <p:nvPr/>
        </p:nvSpPr>
        <p:spPr>
          <a:xfrm>
            <a:off x="464634" y="874690"/>
            <a:ext cx="3004076" cy="366725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node fields:</a:t>
            </a:r>
          </a:p>
          <a:p>
            <a:pPr marL="400050" lvl="1" indent="0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</a:t>
            </a:r>
          </a:p>
          <a:p>
            <a:pPr marL="400050" lvl="1" indent="0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priority</a:t>
            </a:r>
          </a:p>
          <a:p>
            <a:pPr marL="400050" lvl="1" indent="0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left pointer</a:t>
            </a:r>
          </a:p>
          <a:p>
            <a:pPr marL="400050" lvl="1" indent="0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right pointer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Optional:</a:t>
            </a:r>
          </a:p>
          <a:p>
            <a:pPr marL="400050" lvl="1" indent="0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subtree size</a:t>
            </a:r>
          </a:p>
          <a:p>
            <a:pPr marL="400050" lvl="1" indent="0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parent pointer</a:t>
            </a:r>
          </a:p>
          <a:p>
            <a:pPr marL="400050" lvl="1" indent="0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lazy propagation flags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DAEECA-5C59-5FB0-9E35-C63E0EA3EBA2}"/>
              </a:ext>
            </a:extLst>
          </p:cNvPr>
          <p:cNvSpPr txBox="1"/>
          <p:nvPr/>
        </p:nvSpPr>
        <p:spPr>
          <a:xfrm>
            <a:off x="5312692" y="1063176"/>
            <a:ext cx="30926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Node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L_Pointer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Node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R_Pointer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181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17E8430F-9A39-3682-92AE-6F322FA2A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66673EC4-188D-2E37-2C3C-201CC03F95FD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13D8A4-8854-6809-842A-4A09212FB755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A0B9C5-4121-2F5D-60ED-8493783C29D6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Treap of Randomized </a:t>
            </a: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79B459-4AA8-13ED-4AE1-B9FFDE77B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A2C89D-F6BD-61AF-0285-9F9CB66D5871}"/>
              </a:ext>
            </a:extLst>
          </p:cNvPr>
          <p:cNvSpPr txBox="1"/>
          <p:nvPr/>
        </p:nvSpPr>
        <p:spPr>
          <a:xfrm>
            <a:off x="611747" y="944571"/>
            <a:ext cx="3131712" cy="247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BST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node x: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keys in left subtree &lt; key(x)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keys in right subtree &gt; key(x)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efficient search operations.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172D9C-E571-46BD-4C78-9BB60BF61324}"/>
              </a:ext>
            </a:extLst>
          </p:cNvPr>
          <p:cNvSpPr txBox="1">
            <a:spLocks/>
          </p:cNvSpPr>
          <p:nvPr/>
        </p:nvSpPr>
        <p:spPr>
          <a:xfrm>
            <a:off x="4216856" y="1080293"/>
            <a:ext cx="4315398" cy="2639826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Treaps usually use Max-Heap priority: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priority(parent) ≥ priority(child)</a:t>
            </a:r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Alternatively, Min-Heap can be used.</a:t>
            </a:r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Heap property determines the structural balance.</a:t>
            </a:r>
          </a:p>
        </p:txBody>
      </p:sp>
    </p:spTree>
    <p:extLst>
      <p:ext uri="{BB962C8B-B14F-4D97-AF65-F5344CB8AC3E}">
        <p14:creationId xmlns:p14="http://schemas.microsoft.com/office/powerpoint/2010/main" val="1650908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F37D0BD1-600A-D63A-5E04-EE6595488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AFB573F2-C2B8-9A34-D620-202801072464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8204F3-258B-58DE-795F-FD47CAC8651E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582C3-C158-33BE-C35F-7C6BD7EB497D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Treap of Randomized </a:t>
            </a: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59642D-6DA6-6CA5-A6AE-9865ADB642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2DA7CB-7A7B-5A1E-5512-B21E48C77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0118" y="1142516"/>
            <a:ext cx="5163714" cy="348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94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B0B15642-14C1-A97A-3C54-1376EF3D9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2EE161E8-D1E8-0DC7-9867-C869B7185554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6A2B54-AE1B-1937-1982-0D1CE1CFC17E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BEB4E0-4E81-3CEE-F39A-ABE903D0DF7D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Treap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53A132-5D09-D7FF-1B88-29E845EA8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32B222-3845-6666-2009-A33CFFB1C63A}"/>
              </a:ext>
            </a:extLst>
          </p:cNvPr>
          <p:cNvSpPr txBox="1"/>
          <p:nvPr/>
        </p:nvSpPr>
        <p:spPr>
          <a:xfrm>
            <a:off x="724623" y="936985"/>
            <a:ext cx="7127197" cy="3473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Treap structure is equivalent to: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 BST ordered by keys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adjusting nodes to satisfy heap property by doing suitable rotations.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Treaps use standard BST rotations:</a:t>
            </a:r>
          </a:p>
          <a:p>
            <a:pPr marL="400050" lvl="1" indent="0">
              <a:lnSpc>
                <a:spcPct val="2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Left rotation</a:t>
            </a:r>
          </a:p>
          <a:p>
            <a:pPr marL="400050" lvl="1" indent="0">
              <a:lnSpc>
                <a:spcPct val="2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Right rotation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Rotations restore heap property without breaking BST order.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arenR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098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C2161941-6862-3147-3C03-2CF86792A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973B3FD2-64CD-880C-CCB3-8423E245E5C0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F0E077-B0DB-0474-3871-F7AFAFDD80A0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9379E1-73AA-1F7B-E21F-4840F8F56BC3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Treap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79ABC3-B324-DE3F-BD6D-BED665FB7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8F2F95-A953-6EA0-106F-3FD5C9103DFC}"/>
              </a:ext>
            </a:extLst>
          </p:cNvPr>
          <p:cNvSpPr txBox="1"/>
          <p:nvPr/>
        </p:nvSpPr>
        <p:spPr>
          <a:xfrm>
            <a:off x="724623" y="936985"/>
            <a:ext cx="4383997" cy="1534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Rotation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when left child has higher priority than parent.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child becomes new parent.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parent becomes right child.</a:t>
            </a: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81FF19-21FA-19AC-5DD7-97D0CEE2C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97" y="2571750"/>
            <a:ext cx="3787886" cy="18943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DF5DC0-02D5-8DA1-FB62-6502ADF4CF89}"/>
              </a:ext>
            </a:extLst>
          </p:cNvPr>
          <p:cNvSpPr txBox="1"/>
          <p:nvPr/>
        </p:nvSpPr>
        <p:spPr>
          <a:xfrm>
            <a:off x="5376044" y="1093216"/>
            <a:ext cx="37679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Rotation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when right child has higher priority than parent.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child becomes new parent.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parent becomes left child.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9B11CB-8667-E74B-66D5-9EFD230FD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0242" y="2627978"/>
            <a:ext cx="3995570" cy="193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865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Insert node as in standard BST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Assign random priority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Rotate node upward until heap property satisfied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EF81AF-3B7B-5EFC-26F1-D9FF9F085444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70E6E3-72FF-5D5E-6B70-1CE9716B5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43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69551"/>
            <a:ext cx="7886700" cy="994172"/>
          </a:xfrm>
        </p:spPr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Insertion 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4926"/>
            <a:ext cx="7886700" cy="326350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nsert(key):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 ←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BST_insert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(key)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node.priority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← random()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parent.priority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node.priority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rotate(node)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E88127-23FA-D5FD-F655-404E9EF4A933}"/>
              </a:ext>
            </a:extLst>
          </p:cNvPr>
          <p:cNvSpPr/>
          <p:nvPr/>
        </p:nvSpPr>
        <p:spPr>
          <a:xfrm>
            <a:off x="0" y="4872828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F1D276-7492-F9D0-5C5F-8FE8B5523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293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790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Deletion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1. Locate node to delete</a:t>
            </a: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2. Rotate node downward until leaf</a:t>
            </a: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3. Remove leaf node</a:t>
            </a: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Maintains both BST and heap properties.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E52E91-8808-1A0A-2D06-D5F06DE81F3C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7DC5F-D46A-A070-1D25-149D6C31A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835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Deletion 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elete(node):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node not leaf: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rotate child with larger priority upward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 node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CAF273-B530-73B0-DDDD-5D00A7E7999C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7E191E-38C7-1930-F8F0-BA343597D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34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Search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identical to BST search:</a:t>
            </a:r>
          </a:p>
          <a:p>
            <a:pPr marL="685800" lvl="1" indent="-385763">
              <a:buFont typeface="+mj-lt"/>
              <a:buAutoNum type="arabi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key</a:t>
            </a:r>
          </a:p>
          <a:p>
            <a:pPr marL="685800" lvl="1" indent="-385763">
              <a:buFont typeface="+mj-lt"/>
              <a:buAutoNum type="arabi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left or right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complexity O(log n).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D5AC51-DB95-2CE6-3DA0-FD8F9B949A5A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B6FC0-6D9F-90FD-F385-52857D330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394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Search: O(log n)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Insert: O(log n)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Delete: O(log 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CB3EA7-2F94-11DB-D8EF-0CF764A2BC34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9C655-FC5C-C5DC-6288-AE67E52FC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203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Treap vs AVL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AVL Tree:</a:t>
            </a:r>
          </a:p>
          <a:p>
            <a:pPr marL="685800" lvl="1" indent="-385763">
              <a:buFont typeface="+mj-lt"/>
              <a:buAutoNum type="arabi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height balancing</a:t>
            </a:r>
          </a:p>
          <a:p>
            <a:pPr marL="685800" lvl="1" indent="-385763">
              <a:buFont typeface="+mj-lt"/>
              <a:buAutoNum type="arabi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rotations</a:t>
            </a:r>
          </a:p>
          <a:p>
            <a:pPr marL="0" indent="0">
              <a:buNone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Treap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28663" lvl="1" indent="-385763">
              <a:buFont typeface="+mj-lt"/>
              <a:buAutoNum type="arabi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balancing</a:t>
            </a:r>
          </a:p>
          <a:p>
            <a:pPr marL="728663" lvl="1" indent="-385763">
              <a:buFont typeface="+mj-lt"/>
              <a:buAutoNum type="arabi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Simpler implementation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1A0358-EF5D-0F56-142E-93BC68EE8306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D0EFEF-FDBB-AB1B-F3D5-8B8931B3A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5174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Treap vs Red-Black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Red-Black Tree: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rules and multiple balancing cases</a:t>
            </a:r>
          </a:p>
          <a:p>
            <a:pPr marL="0" indent="0">
              <a:buNone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Treap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priorities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balancing rules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C15F68-6838-7760-E906-401075E9E8FC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DD9E03-97E4-CB87-9515-693257196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34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Dynamic ordered sets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Range queries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Competitive programming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Text editors (rope structures)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Database indexing experiments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9DC1D5-97D7-FB1A-89E4-88529716E941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FD202-3E41-7444-241D-930A7FDB0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3923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Simple implementation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Supports split/merge naturally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Expected logarithmic operations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D14ED2-0F0F-BAC4-CE3F-859528D9869F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521920-DF5A-8FE5-1EAF-A10AE4166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79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3538" y="1714500"/>
            <a:ext cx="4934034" cy="85725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 List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30491C-DD82-FF97-6190-8F2087E2BFA7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B1EC2C-35E0-7607-5C87-8DAB45D37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379" y="0"/>
            <a:ext cx="7665345" cy="994172"/>
          </a:xfrm>
        </p:spPr>
        <p:txBody>
          <a:bodyPr/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Skip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123" y="871236"/>
            <a:ext cx="8489592" cy="282929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 List is a probabilistic data structure used for fast search, insertion, and deletion.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Skip List is a layered linked list that allows fast searching by “skipping” elements.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maintains elements in sorted order and uses multiple levels of linked lists.</a:t>
            </a:r>
          </a:p>
          <a:p>
            <a:pPr algn="just">
              <a:lnSpc>
                <a:spcPct val="150000"/>
              </a:lnSpc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time complexity for operations is O(log n).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E34EE1-4DC5-DEFE-39E5-BB8092BFBEC0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4BC704-A967-2D42-938F-4057A43DD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pic>
        <p:nvPicPr>
          <p:cNvPr id="1026" name="Picture 2" descr="SkipList: A probabilistic data structure">
            <a:extLst>
              <a:ext uri="{FF2B5EF4-FFF2-40B4-BE49-F238E27FC236}">
                <a16:creationId xmlns:a16="http://schemas.microsoft.com/office/drawing/2014/main" id="{A25FC68E-6A28-FD8A-8E85-553AD13E62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93" b="30310"/>
          <a:stretch>
            <a:fillRect/>
          </a:stretch>
        </p:blipFill>
        <p:spPr bwMode="auto">
          <a:xfrm>
            <a:off x="4977683" y="2794715"/>
            <a:ext cx="4026795" cy="1970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CD1FB8-AADC-CF99-BFCF-EA74C5C6337A}"/>
              </a:ext>
            </a:extLst>
          </p:cNvPr>
          <p:cNvSpPr txBox="1"/>
          <p:nvPr/>
        </p:nvSpPr>
        <p:spPr>
          <a:xfrm>
            <a:off x="495568" y="2886525"/>
            <a:ext cx="4235271" cy="13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one list, we 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levels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0 → Normal linked list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 → Skip some elements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 → Skip more elements</a:t>
            </a:r>
          </a:p>
        </p:txBody>
      </p:sp>
    </p:spTree>
    <p:extLst>
      <p:ext uri="{BB962C8B-B14F-4D97-AF65-F5344CB8AC3E}">
        <p14:creationId xmlns:p14="http://schemas.microsoft.com/office/powerpoint/2010/main" val="24388114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795102"/>
          </a:xfrm>
        </p:spPr>
        <p:txBody>
          <a:bodyPr/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 Lists were introduced by William Pugh in 1989.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were designed as an alternative to balanced binary search trees.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use randomization instead of complex balancing operations.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1D0D58-D95A-C9C2-96A7-2675AE9BD9DA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9D1027-56B9-EEAA-0492-E7E66BE73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4412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1983" y="61794"/>
            <a:ext cx="4962659" cy="610505"/>
          </a:xfrm>
        </p:spPr>
        <p:txBody>
          <a:bodyPr/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46" y="726077"/>
            <a:ext cx="8405611" cy="242152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skip list contains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levels of linked lists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 level (Level 0)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all elements in sorted order.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levels contain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elements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act as shortcuts.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shortcuts allow skipping large portions of the list during searching.</a:t>
            </a:r>
          </a:p>
        </p:txBody>
      </p:sp>
      <p:pic>
        <p:nvPicPr>
          <p:cNvPr id="2055" name="Picture 7" descr="https://encrypted-tbn0.gstatic.com/images?q=tbn:ANd9GcShuzLcDaja-BQgsoOW6rSJtSe-XFpaVukVgA&amp;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081" y="2401816"/>
            <a:ext cx="5632518" cy="218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E3DEA33-CAD0-1143-5EFA-67FF401958DC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CEC89-BC86-59E9-7A2D-139EE8F7DD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8863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4004" y="13692"/>
            <a:ext cx="4760891" cy="994172"/>
          </a:xfrm>
        </p:spPr>
        <p:txBody>
          <a:bodyPr/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Skip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1760" y="1219200"/>
            <a:ext cx="6172200" cy="31342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contains: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(value)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forward[0..level] Pointer(Array)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pointers depends on the level of the node.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points to the next node at level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3053D4-7253-EEAF-ABC9-5B796278AA3A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4E5666-4E8A-FDF1-C61A-00F31008A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900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3005" y="-72472"/>
            <a:ext cx="5128206" cy="994172"/>
          </a:xfrm>
        </p:spPr>
        <p:txBody>
          <a:bodyPr/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27204"/>
            <a:ext cx="7886700" cy="3263504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special header node is used.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the maximum level pointers.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acts as the starting point of the skip list.</a:t>
            </a:r>
          </a:p>
        </p:txBody>
      </p:sp>
      <p:pic>
        <p:nvPicPr>
          <p:cNvPr id="4" name="Picture 7" descr="https://encrypted-tbn0.gstatic.com/images?q=tbn:ANd9GcShuzLcDaja-BQgsoOW6rSJtSe-XFpaVukVgA&amp;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" t="2930" r="89176" b="6792"/>
          <a:stretch/>
        </p:blipFill>
        <p:spPr bwMode="auto">
          <a:xfrm>
            <a:off x="2302884" y="2037034"/>
            <a:ext cx="767382" cy="187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137887" y="2109569"/>
            <a:ext cx="36074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Max_Lev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Head[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Max_Lev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3326" y="3979053"/>
            <a:ext cx="5580374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→ Level3 → Level2 → Level1 → Level0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BEA756-AADD-8811-8DC2-375FB5A99204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A09764-FAC7-EBD2-F0C4-7C0345159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941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6930" y="77991"/>
            <a:ext cx="5804078" cy="819345"/>
          </a:xfrm>
        </p:spPr>
        <p:txBody>
          <a:bodyPr/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Level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00150"/>
            <a:ext cx="8309288" cy="3071343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inserting a node, its level is determined randomly.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 implemented using coin flips.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probabilistic balancing.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formula: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P(level=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)=(1/2)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i+1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</a:p>
          <a:p>
            <a:pPr marL="600075" lvl="2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= 0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(random() &lt; 0.5)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level++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F16612-A2CF-FD1C-5E1D-27BA2AC0457E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65DE08-47C5-49C7-3B66-53BCC5667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980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4484" y="32262"/>
            <a:ext cx="4675031" cy="717829"/>
          </a:xfrm>
        </p:spPr>
        <p:txBody>
          <a:bodyPr/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789669"/>
            <a:ext cx="7886700" cy="326350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starts from the highest level.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forward while next key is smaller.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next key is larger, move down one level.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until level 0.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Search(80)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miro.medium.com/v2/resize:fit:1400/1*LcOwJEnyNVYw9_NP9Hav4Q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" t="48389"/>
          <a:stretch/>
        </p:blipFill>
        <p:spPr bwMode="auto">
          <a:xfrm>
            <a:off x="1963628" y="3184378"/>
            <a:ext cx="6257579" cy="1087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F93437-4545-9FE1-29A3-1967EEAAEEAC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E4EEF5-CAFC-269F-7596-152E08153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446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7686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6406" y="13692"/>
            <a:ext cx="4091188" cy="994172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8672" y="798122"/>
            <a:ext cx="6172200" cy="38903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Search correct position.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Generate random level.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Update forward pointers at each level.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Article content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195" y="2504776"/>
            <a:ext cx="5422280" cy="187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11C0D6D-8937-F476-CF68-24953E5322E0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FCF86-B9DA-6769-4ABB-EF82D0546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3690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4411" y="0"/>
            <a:ext cx="4134120" cy="669701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Operation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785" t="27729" r="53971" b="22895"/>
          <a:stretch/>
        </p:blipFill>
        <p:spPr>
          <a:xfrm>
            <a:off x="1402488" y="1063229"/>
            <a:ext cx="3384395" cy="20776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123" t="28128" r="49138" b="24148"/>
          <a:stretch/>
        </p:blipFill>
        <p:spPr>
          <a:xfrm>
            <a:off x="5689394" y="2949262"/>
            <a:ext cx="3214514" cy="1734892"/>
          </a:xfrm>
          <a:prstGeom prst="rect">
            <a:avLst/>
          </a:prstGeom>
        </p:spPr>
      </p:pic>
      <p:cxnSp>
        <p:nvCxnSpPr>
          <p:cNvPr id="8" name="Elbow Connector 7"/>
          <p:cNvCxnSpPr>
            <a:cxnSpLocks/>
            <a:stCxn id="5" idx="3"/>
            <a:endCxn id="6" idx="0"/>
          </p:cNvCxnSpPr>
          <p:nvPr/>
        </p:nvCxnSpPr>
        <p:spPr>
          <a:xfrm>
            <a:off x="4786883" y="2102040"/>
            <a:ext cx="2509768" cy="847222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53978" y="1781441"/>
            <a:ext cx="18650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( 45)</a:t>
            </a:r>
            <a:endParaRPr lang="en-I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A0EFB6-1708-0B3D-5150-F81B04292331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0889E9-E627-300B-913A-3411260DDB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9828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1849" y="-18252"/>
            <a:ext cx="4906850" cy="994172"/>
          </a:xfrm>
        </p:spPr>
        <p:txBody>
          <a:bodyPr/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47" y="883733"/>
            <a:ext cx="7886700" cy="3263504"/>
          </a:xfrm>
        </p:spPr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Locate node using search.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Update forward pointers.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Remove node from all levels.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(70)</a:t>
            </a:r>
            <a:endParaRPr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718" y="2946880"/>
            <a:ext cx="2973477" cy="18091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123" t="28128" r="49138" b="24148"/>
          <a:stretch/>
        </p:blipFill>
        <p:spPr>
          <a:xfrm>
            <a:off x="1020539" y="2971668"/>
            <a:ext cx="3042429" cy="1642017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4393581" y="3997713"/>
            <a:ext cx="323386" cy="26205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C27E39-A87C-03A7-48C2-174587AA7A52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0EF3DC-A9D9-FACE-7260-6E353A3E96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8841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case: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Search: O(log n)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Insert: O(log n)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Delete: O(log n)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case: O(n)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0FC453-E018-344B-308E-AF4320975F5F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60DEBC-45C9-A1F3-4694-7B48CED07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7301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 implementation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tree rotations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Efficient expected performance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Good for concurrent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DA815F-D7F4-310F-2944-C56A37B83D66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8D10A-3DBE-45A6-ACDD-7B8CCEE85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585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 lists are used in:</a:t>
            </a:r>
          </a:p>
          <a:p>
            <a:pPr marL="300038" lvl="1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Databases</a:t>
            </a:r>
          </a:p>
          <a:p>
            <a:pPr marL="300038" lvl="1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Memory indexing</a:t>
            </a:r>
          </a:p>
          <a:p>
            <a:pPr marL="300038" lvl="1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Distributed systems</a:t>
            </a:r>
          </a:p>
          <a:p>
            <a:pPr marL="300038" lvl="1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Concurrent data structures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9742F-149E-78CB-B11A-00B7196DEAD4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3DE2E7-2A2D-BDCE-7AD9-14168724F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3C85747-BC47-C3DB-BB33-D20B87E4E596}"/>
                  </a:ext>
                </a:extLst>
              </p14:cNvPr>
              <p14:cNvContentPartPr/>
              <p14:nvPr/>
            </p14:nvContentPartPr>
            <p14:xfrm>
              <a:off x="486140" y="3052072"/>
              <a:ext cx="124200" cy="1540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3C85747-BC47-C3DB-BB33-D20B87E4E5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0020" y="3045952"/>
                <a:ext cx="136440" cy="155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29106F3-6599-77AC-A937-F8414FB4915D}"/>
                  </a:ext>
                </a:extLst>
              </p14:cNvPr>
              <p14:cNvContentPartPr/>
              <p14:nvPr/>
            </p14:nvContentPartPr>
            <p14:xfrm>
              <a:off x="485780" y="3047752"/>
              <a:ext cx="665280" cy="1590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29106F3-6599-77AC-A937-F8414FB491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9660" y="3041632"/>
                <a:ext cx="677520" cy="160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23E49BE-1A69-F843-A588-45A2D6BB352D}"/>
                  </a:ext>
                </a:extLst>
              </p14:cNvPr>
              <p14:cNvContentPartPr/>
              <p14:nvPr/>
            </p14:nvContentPartPr>
            <p14:xfrm>
              <a:off x="700340" y="3906352"/>
              <a:ext cx="143640" cy="1638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23E49BE-1A69-F843-A588-45A2D6BB352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4220" y="3900232"/>
                <a:ext cx="15588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C6D01F0-860E-11DE-4181-C820BC477FC6}"/>
                  </a:ext>
                </a:extLst>
              </p14:cNvPr>
              <p14:cNvContentPartPr/>
              <p14:nvPr/>
            </p14:nvContentPartPr>
            <p14:xfrm>
              <a:off x="4636940" y="4528792"/>
              <a:ext cx="76680" cy="1166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C6D01F0-860E-11DE-4181-C820BC477FC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30820" y="4522672"/>
                <a:ext cx="8892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4BB84F5-0457-1EB7-EA9E-10775076D2B8}"/>
                  </a:ext>
                </a:extLst>
              </p14:cNvPr>
              <p14:cNvContentPartPr/>
              <p14:nvPr/>
            </p14:nvContentPartPr>
            <p14:xfrm>
              <a:off x="5236700" y="4438432"/>
              <a:ext cx="342720" cy="3103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4BB84F5-0457-1EB7-EA9E-10775076D2B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30580" y="4432312"/>
                <a:ext cx="35496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F9AD36CE-3CE0-6A07-8850-D6AD7935898C}"/>
                  </a:ext>
                </a:extLst>
              </p14:cNvPr>
              <p14:cNvContentPartPr/>
              <p14:nvPr/>
            </p14:nvContentPartPr>
            <p14:xfrm>
              <a:off x="1116140" y="4271392"/>
              <a:ext cx="13680" cy="41400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F9AD36CE-3CE0-6A07-8850-D6AD7935898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10020" y="4265272"/>
                <a:ext cx="2592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F8DEDC94-C23D-6C80-EABA-808F0841DE69}"/>
                  </a:ext>
                </a:extLst>
              </p14:cNvPr>
              <p14:cNvContentPartPr/>
              <p14:nvPr/>
            </p14:nvContentPartPr>
            <p14:xfrm>
              <a:off x="1678460" y="3983752"/>
              <a:ext cx="720" cy="23220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F8DEDC94-C23D-6C80-EABA-808F0841DE6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666220" y="3977632"/>
                <a:ext cx="2520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897E06E8-FCC7-2DD3-95DB-18365DCE9F3B}"/>
                  </a:ext>
                </a:extLst>
              </p14:cNvPr>
              <p14:cNvContentPartPr/>
              <p14:nvPr/>
            </p14:nvContentPartPr>
            <p14:xfrm>
              <a:off x="1652900" y="3983752"/>
              <a:ext cx="442080" cy="2714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897E06E8-FCC7-2DD3-95DB-18365DCE9F3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46780" y="3977632"/>
                <a:ext cx="45432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401D5A7C-9830-B0EE-43D7-5239C4D2D896}"/>
                  </a:ext>
                </a:extLst>
              </p14:cNvPr>
              <p14:cNvContentPartPr/>
              <p14:nvPr/>
            </p14:nvContentPartPr>
            <p14:xfrm>
              <a:off x="3786260" y="4001032"/>
              <a:ext cx="9000" cy="28044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401D5A7C-9830-B0EE-43D7-5239C4D2D89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80140" y="3994912"/>
                <a:ext cx="2124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9B287BEB-6B70-1DC5-B4D9-5C93289B7763}"/>
                  </a:ext>
                </a:extLst>
              </p14:cNvPr>
              <p14:cNvContentPartPr/>
              <p14:nvPr/>
            </p14:nvContentPartPr>
            <p14:xfrm>
              <a:off x="3837740" y="4001032"/>
              <a:ext cx="400320" cy="7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9B287BEB-6B70-1DC5-B4D9-5C93289B776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831620" y="3988792"/>
                <a:ext cx="4125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C5C0303F-D7B3-F649-3B73-8904D36E9F66}"/>
                  </a:ext>
                </a:extLst>
              </p14:cNvPr>
              <p14:cNvContentPartPr/>
              <p14:nvPr/>
            </p14:nvContentPartPr>
            <p14:xfrm>
              <a:off x="4241300" y="4004992"/>
              <a:ext cx="360" cy="36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C5C0303F-D7B3-F649-3B73-8904D36E9F6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235180" y="399887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37E7DFD-1A52-583B-1C21-EADF4571E781}"/>
                  </a:ext>
                </a:extLst>
              </p14:cNvPr>
              <p14:cNvContentPartPr/>
              <p14:nvPr/>
            </p14:nvContentPartPr>
            <p14:xfrm>
              <a:off x="4241300" y="4004992"/>
              <a:ext cx="25920" cy="23220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37E7DFD-1A52-583B-1C21-EADF4571E78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235180" y="3998872"/>
                <a:ext cx="3816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D2A7E00C-9030-4A3B-1E9D-E7D7247B6B4B}"/>
                  </a:ext>
                </a:extLst>
              </p14:cNvPr>
              <p14:cNvContentPartPr/>
              <p14:nvPr/>
            </p14:nvContentPartPr>
            <p14:xfrm>
              <a:off x="5172620" y="3459592"/>
              <a:ext cx="471960" cy="42696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D2A7E00C-9030-4A3B-1E9D-E7D7247B6B4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166500" y="3453472"/>
                <a:ext cx="484200" cy="4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091A076E-C8C7-175D-D2D4-E71E02323CE7}"/>
                  </a:ext>
                </a:extLst>
              </p14:cNvPr>
              <p14:cNvContentPartPr/>
              <p14:nvPr/>
            </p14:nvContentPartPr>
            <p14:xfrm>
              <a:off x="6355580" y="3839752"/>
              <a:ext cx="763920" cy="62964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091A076E-C8C7-175D-D2D4-E71E02323CE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349460" y="3833632"/>
                <a:ext cx="776160" cy="64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9" name="Group 278">
            <a:extLst>
              <a:ext uri="{FF2B5EF4-FFF2-40B4-BE49-F238E27FC236}">
                <a16:creationId xmlns:a16="http://schemas.microsoft.com/office/drawing/2014/main" id="{BA9D9D60-E83C-E63B-B86D-53522C373900}"/>
              </a:ext>
            </a:extLst>
          </p:cNvPr>
          <p:cNvGrpSpPr/>
          <p:nvPr/>
        </p:nvGrpSpPr>
        <p:grpSpPr>
          <a:xfrm>
            <a:off x="3475220" y="1288792"/>
            <a:ext cx="1033560" cy="1161000"/>
            <a:chOff x="3475220" y="1288792"/>
            <a:chExt cx="1033560" cy="11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2D9C70B1-159F-31AE-0C58-6FCFFB80F2CF}"/>
                    </a:ext>
                  </a:extLst>
                </p14:cNvPr>
                <p14:cNvContentPartPr/>
                <p14:nvPr/>
              </p14:nvContentPartPr>
              <p14:xfrm>
                <a:off x="3502940" y="1673992"/>
                <a:ext cx="614880" cy="3794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2D9C70B1-159F-31AE-0C58-6FCFFB80F2C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96820" y="1667872"/>
                  <a:ext cx="62712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D2951B9-B938-706B-A2BC-A4C98C7F8990}"/>
                    </a:ext>
                  </a:extLst>
                </p14:cNvPr>
                <p14:cNvContentPartPr/>
                <p14:nvPr/>
              </p14:nvContentPartPr>
              <p14:xfrm>
                <a:off x="4087220" y="1923112"/>
                <a:ext cx="390240" cy="2674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D2951B9-B938-706B-A2BC-A4C98C7F899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081100" y="1916992"/>
                  <a:ext cx="4024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CEEC81D-E34F-228F-2202-774AB097A01D}"/>
                    </a:ext>
                  </a:extLst>
                </p14:cNvPr>
                <p14:cNvContentPartPr/>
                <p14:nvPr/>
              </p14:nvContentPartPr>
              <p14:xfrm>
                <a:off x="3475220" y="1288792"/>
                <a:ext cx="1033560" cy="11610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CEEC81D-E34F-228F-2202-774AB097A01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69100" y="1282672"/>
                  <a:ext cx="1045800" cy="117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B92EE75A-EDB1-5F55-F0F8-8679DBE442F4}"/>
                  </a:ext>
                </a:extLst>
              </p14:cNvPr>
              <p14:cNvContentPartPr/>
              <p14:nvPr/>
            </p14:nvContentPartPr>
            <p14:xfrm>
              <a:off x="6889820" y="4258432"/>
              <a:ext cx="78840" cy="75348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B92EE75A-EDB1-5F55-F0F8-8679DBE442F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883700" y="4252312"/>
                <a:ext cx="91080" cy="76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960B9E88-50C2-B05D-1ED2-60CF87FC7EC3}"/>
                  </a:ext>
                </a:extLst>
              </p14:cNvPr>
              <p14:cNvContentPartPr/>
              <p14:nvPr/>
            </p14:nvContentPartPr>
            <p14:xfrm>
              <a:off x="6903332" y="4336074"/>
              <a:ext cx="243336" cy="546716"/>
            </p14:xfrm>
          </p:contentPart>
        </mc:Choice>
        <mc:Fallback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960B9E88-50C2-B05D-1ED2-60CF87FC7EC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897213" y="4329951"/>
                <a:ext cx="255575" cy="5589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8D76C1B6-F755-848C-5E91-509AD538B5CF}"/>
                  </a:ext>
                </a:extLst>
              </p14:cNvPr>
              <p14:cNvContentPartPr/>
              <p14:nvPr/>
            </p14:nvContentPartPr>
            <p14:xfrm>
              <a:off x="1579820" y="4408912"/>
              <a:ext cx="360" cy="25344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8D76C1B6-F755-848C-5E91-509AD538B5C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573700" y="4402792"/>
                <a:ext cx="1260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311F4BBD-7CD1-17A4-9C57-4DA4BA53FE3E}"/>
                  </a:ext>
                </a:extLst>
              </p14:cNvPr>
              <p14:cNvContentPartPr/>
              <p14:nvPr/>
            </p14:nvContentPartPr>
            <p14:xfrm>
              <a:off x="1557860" y="4385872"/>
              <a:ext cx="653760" cy="39528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311F4BBD-7CD1-17A4-9C57-4DA4BA53FE3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551740" y="4379752"/>
                <a:ext cx="66600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75F683E9-D544-B95D-D971-DC0B1756A670}"/>
                  </a:ext>
                </a:extLst>
              </p14:cNvPr>
              <p14:cNvContentPartPr/>
              <p14:nvPr/>
            </p14:nvContentPartPr>
            <p14:xfrm>
              <a:off x="1695380" y="4022272"/>
              <a:ext cx="13680" cy="15516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75F683E9-D544-B95D-D971-DC0B1756A67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689260" y="4016152"/>
                <a:ext cx="2592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3017FAA9-7333-8D69-426E-82136A2B81C7}"/>
                  </a:ext>
                </a:extLst>
              </p14:cNvPr>
              <p14:cNvContentPartPr/>
              <p14:nvPr/>
            </p14:nvContentPartPr>
            <p14:xfrm>
              <a:off x="4270460" y="3434392"/>
              <a:ext cx="52560" cy="1239120"/>
            </p14:xfrm>
          </p:contentPart>
        </mc:Choice>
        <mc:Fallback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3017FAA9-7333-8D69-426E-82136A2B81C7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264340" y="3428272"/>
                <a:ext cx="64800" cy="125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9" name="Group 328">
            <a:extLst>
              <a:ext uri="{FF2B5EF4-FFF2-40B4-BE49-F238E27FC236}">
                <a16:creationId xmlns:a16="http://schemas.microsoft.com/office/drawing/2014/main" id="{338BAB5B-EF1F-DA18-3CCE-6974F9780433}"/>
              </a:ext>
            </a:extLst>
          </p:cNvPr>
          <p:cNvGrpSpPr/>
          <p:nvPr/>
        </p:nvGrpSpPr>
        <p:grpSpPr>
          <a:xfrm>
            <a:off x="456980" y="2905912"/>
            <a:ext cx="7934040" cy="2061720"/>
            <a:chOff x="456980" y="2905912"/>
            <a:chExt cx="7934040" cy="206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A25AF30-FE7B-33B6-1AC1-BA0731403755}"/>
                    </a:ext>
                  </a:extLst>
                </p14:cNvPr>
                <p14:cNvContentPartPr/>
                <p14:nvPr/>
              </p14:nvContentPartPr>
              <p14:xfrm>
                <a:off x="538700" y="3802672"/>
                <a:ext cx="418680" cy="31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A25AF30-FE7B-33B6-1AC1-BA073140375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32580" y="3796552"/>
                  <a:ext cx="4309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F8F4F17-EE98-0787-2036-A893F2C19649}"/>
                    </a:ext>
                  </a:extLst>
                </p14:cNvPr>
                <p14:cNvContentPartPr/>
                <p14:nvPr/>
              </p14:nvContentPartPr>
              <p14:xfrm>
                <a:off x="581180" y="4069072"/>
                <a:ext cx="376200" cy="34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F8F4F17-EE98-0787-2036-A893F2C1964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75060" y="4062952"/>
                  <a:ext cx="388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B2E4D78-89A5-20E6-A003-EA867254E030}"/>
                    </a:ext>
                  </a:extLst>
                </p14:cNvPr>
                <p14:cNvContentPartPr/>
                <p14:nvPr/>
              </p14:nvContentPartPr>
              <p14:xfrm>
                <a:off x="785300" y="4193992"/>
                <a:ext cx="9360" cy="168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B2E4D78-89A5-20E6-A003-EA867254E03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79180" y="4187872"/>
                  <a:ext cx="216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B0E0B4D-F95A-8355-7FDE-789F40CE5E59}"/>
                    </a:ext>
                  </a:extLst>
                </p14:cNvPr>
                <p14:cNvContentPartPr/>
                <p14:nvPr/>
              </p14:nvContentPartPr>
              <p14:xfrm>
                <a:off x="588020" y="4370032"/>
                <a:ext cx="399240" cy="18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B0E0B4D-F95A-8355-7FDE-789F40CE5E5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81900" y="4363912"/>
                  <a:ext cx="411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9A67414-54BA-8DB5-4B46-B807CB76DEC4}"/>
                    </a:ext>
                  </a:extLst>
                </p14:cNvPr>
                <p14:cNvContentPartPr/>
                <p14:nvPr/>
              </p14:nvContentPartPr>
              <p14:xfrm>
                <a:off x="639140" y="4494232"/>
                <a:ext cx="185760" cy="172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9A67414-54BA-8DB5-4B46-B807CB76DEC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33020" y="4488112"/>
                  <a:ext cx="1980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416E201-E62D-AB97-A4BA-A2F66526BBFB}"/>
                    </a:ext>
                  </a:extLst>
                </p14:cNvPr>
                <p14:cNvContentPartPr/>
                <p14:nvPr/>
              </p14:nvContentPartPr>
              <p14:xfrm>
                <a:off x="1013180" y="4476952"/>
                <a:ext cx="475920" cy="35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416E201-E62D-AB97-A4BA-A2F66526BBF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07060" y="4470832"/>
                  <a:ext cx="4881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7BFCBF0-8D60-5EAD-21B9-178233CDD2D3}"/>
                    </a:ext>
                  </a:extLst>
                </p14:cNvPr>
                <p14:cNvContentPartPr/>
                <p14:nvPr/>
              </p14:nvContentPartPr>
              <p14:xfrm>
                <a:off x="1433660" y="4386952"/>
                <a:ext cx="99360" cy="171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7BFCBF0-8D60-5EAD-21B9-178233CDD2D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427540" y="4380832"/>
                  <a:ext cx="1116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E19C200-74B8-D0E1-4CF8-6753154407A0}"/>
                    </a:ext>
                  </a:extLst>
                </p14:cNvPr>
                <p14:cNvContentPartPr/>
                <p14:nvPr/>
              </p14:nvContentPartPr>
              <p14:xfrm>
                <a:off x="1553900" y="4382992"/>
                <a:ext cx="9720" cy="312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E19C200-74B8-D0E1-4CF8-6753154407A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547780" y="4376872"/>
                  <a:ext cx="2196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F61DEF6-81E5-4204-3FAA-9498DE647E5F}"/>
                    </a:ext>
                  </a:extLst>
                </p14:cNvPr>
                <p14:cNvContentPartPr/>
                <p14:nvPr/>
              </p14:nvContentPartPr>
              <p14:xfrm>
                <a:off x="1575500" y="4382992"/>
                <a:ext cx="625680" cy="318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F61DEF6-81E5-4204-3FAA-9498DE647E5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569380" y="4376872"/>
                  <a:ext cx="6379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F3EEFCE-805A-2541-A59B-98E21F964D92}"/>
                    </a:ext>
                  </a:extLst>
                </p14:cNvPr>
                <p14:cNvContentPartPr/>
                <p14:nvPr/>
              </p14:nvContentPartPr>
              <p14:xfrm>
                <a:off x="1764500" y="4481272"/>
                <a:ext cx="129240" cy="163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F3EEFCE-805A-2541-A59B-98E21F964D9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758380" y="4475152"/>
                  <a:ext cx="1414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26FE710-C68E-3D62-90A7-272248BDE548}"/>
                    </a:ext>
                  </a:extLst>
                </p14:cNvPr>
                <p14:cNvContentPartPr/>
                <p14:nvPr/>
              </p14:nvContentPartPr>
              <p14:xfrm>
                <a:off x="1077260" y="4275352"/>
                <a:ext cx="271800" cy="422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26FE710-C68E-3D62-90A7-272248BDE54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71140" y="4269232"/>
                  <a:ext cx="28404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CB31DD7-8610-E2D7-34BB-412C2685D289}"/>
                    </a:ext>
                  </a:extLst>
                </p14:cNvPr>
                <p14:cNvContentPartPr/>
                <p14:nvPr/>
              </p14:nvContentPartPr>
              <p14:xfrm>
                <a:off x="1156100" y="4395952"/>
                <a:ext cx="16200" cy="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CB31DD7-8610-E2D7-34BB-412C2685D28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49980" y="4389832"/>
                  <a:ext cx="28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82D8470-F339-7C71-A3B5-9426D4F8CE6E}"/>
                    </a:ext>
                  </a:extLst>
                </p14:cNvPr>
                <p14:cNvContentPartPr/>
                <p14:nvPr/>
              </p14:nvContentPartPr>
              <p14:xfrm>
                <a:off x="1162580" y="4365712"/>
                <a:ext cx="65880" cy="1605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82D8470-F339-7C71-A3B5-9426D4F8CE6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56460" y="4359592"/>
                  <a:ext cx="781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1FB1C5D-2F2E-4381-4E27-B3F2824240C8}"/>
                    </a:ext>
                  </a:extLst>
                </p14:cNvPr>
                <p14:cNvContentPartPr/>
                <p14:nvPr/>
              </p14:nvContentPartPr>
              <p14:xfrm>
                <a:off x="1207220" y="4378672"/>
                <a:ext cx="68040" cy="1562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1FB1C5D-2F2E-4381-4E27-B3F2824240C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201100" y="4372552"/>
                  <a:ext cx="802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474F581-AA13-2A7D-D749-1FE11B8A40DB}"/>
                    </a:ext>
                  </a:extLst>
                </p14:cNvPr>
                <p14:cNvContentPartPr/>
                <p14:nvPr/>
              </p14:nvContentPartPr>
              <p14:xfrm>
                <a:off x="1740020" y="4047832"/>
                <a:ext cx="192240" cy="138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474F581-AA13-2A7D-D749-1FE11B8A40D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733900" y="4041712"/>
                  <a:ext cx="2044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4924599-3348-4876-AE96-05951366CA01}"/>
                    </a:ext>
                  </a:extLst>
                </p14:cNvPr>
                <p14:cNvContentPartPr/>
                <p14:nvPr/>
              </p14:nvContentPartPr>
              <p14:xfrm>
                <a:off x="1841540" y="4288312"/>
                <a:ext cx="360" cy="85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4924599-3348-4876-AE96-05951366CA0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835420" y="4282192"/>
                  <a:ext cx="12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990A499-2B37-F846-59FD-BE9BFC59B88D}"/>
                    </a:ext>
                  </a:extLst>
                </p14:cNvPr>
                <p14:cNvContentPartPr/>
                <p14:nvPr/>
              </p14:nvContentPartPr>
              <p14:xfrm>
                <a:off x="1863140" y="4275352"/>
                <a:ext cx="360" cy="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990A499-2B37-F846-59FD-BE9BFC59B88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57020" y="426923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5B67C6A-6ED2-569B-E455-58396D98FBC9}"/>
                    </a:ext>
                  </a:extLst>
                </p14:cNvPr>
                <p14:cNvContentPartPr/>
                <p14:nvPr/>
              </p14:nvContentPartPr>
              <p14:xfrm>
                <a:off x="1863140" y="4275352"/>
                <a:ext cx="360" cy="3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5B67C6A-6ED2-569B-E455-58396D98FBC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57020" y="426923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161D7BF-069A-409E-130E-EA499D3F36AA}"/>
                    </a:ext>
                  </a:extLst>
                </p14:cNvPr>
                <p14:cNvContentPartPr/>
                <p14:nvPr/>
              </p14:nvContentPartPr>
              <p14:xfrm>
                <a:off x="1793660" y="4250152"/>
                <a:ext cx="69480" cy="43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161D7BF-069A-409E-130E-EA499D3F36A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787540" y="4244032"/>
                  <a:ext cx="817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4E93D63-8A6C-38B6-EE74-9620586FA9BF}"/>
                    </a:ext>
                  </a:extLst>
                </p14:cNvPr>
                <p14:cNvContentPartPr/>
                <p14:nvPr/>
              </p14:nvContentPartPr>
              <p14:xfrm>
                <a:off x="1781420" y="4353832"/>
                <a:ext cx="108000" cy="352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4E93D63-8A6C-38B6-EE74-9620586FA9B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775300" y="4347712"/>
                  <a:ext cx="1202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0F695F8-6F04-220B-D174-BDAA1601C947}"/>
                    </a:ext>
                  </a:extLst>
                </p14:cNvPr>
                <p14:cNvContentPartPr/>
                <p14:nvPr/>
              </p14:nvContentPartPr>
              <p14:xfrm>
                <a:off x="7568060" y="4687552"/>
                <a:ext cx="332280" cy="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0F695F8-6F04-220B-D174-BDAA1601C94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561940" y="4681432"/>
                  <a:ext cx="344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8A7F7C2-DE8B-EA04-C2E5-1310BB5CE742}"/>
                    </a:ext>
                  </a:extLst>
                </p14:cNvPr>
                <p14:cNvContentPartPr/>
                <p14:nvPr/>
              </p14:nvContentPartPr>
              <p14:xfrm>
                <a:off x="7898900" y="4550392"/>
                <a:ext cx="20520" cy="3657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8A7F7C2-DE8B-EA04-C2E5-1310BB5CE74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892780" y="4544272"/>
                  <a:ext cx="327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F819293-A4E2-4ABB-3B77-5BE3C6F63F1C}"/>
                    </a:ext>
                  </a:extLst>
                </p14:cNvPr>
                <p14:cNvContentPartPr/>
                <p14:nvPr/>
              </p14:nvContentPartPr>
              <p14:xfrm>
                <a:off x="7911860" y="4580632"/>
                <a:ext cx="363960" cy="3009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F819293-A4E2-4ABB-3B77-5BE3C6F63F1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905740" y="4574512"/>
                  <a:ext cx="3762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534D74F-8B4F-97D6-8540-A98EF8731004}"/>
                    </a:ext>
                  </a:extLst>
                </p14:cNvPr>
                <p14:cNvContentPartPr/>
                <p14:nvPr/>
              </p14:nvContentPartPr>
              <p14:xfrm>
                <a:off x="7962260" y="4666312"/>
                <a:ext cx="61560" cy="151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534D74F-8B4F-97D6-8540-A98EF873100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956140" y="4660192"/>
                  <a:ext cx="738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BFF84A7-2AFD-FBEB-066D-BFA1728E487D}"/>
                    </a:ext>
                  </a:extLst>
                </p14:cNvPr>
                <p14:cNvContentPartPr/>
                <p14:nvPr/>
              </p14:nvContentPartPr>
              <p14:xfrm>
                <a:off x="8023100" y="4653712"/>
                <a:ext cx="117360" cy="177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BFF84A7-2AFD-FBEB-066D-BFA1728E487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016980" y="4647592"/>
                  <a:ext cx="1296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B7EAC38-EF85-F28E-0F14-C386ADB6BD9D}"/>
                    </a:ext>
                  </a:extLst>
                </p14:cNvPr>
                <p14:cNvContentPartPr/>
                <p14:nvPr/>
              </p14:nvContentPartPr>
              <p14:xfrm>
                <a:off x="7950380" y="4069432"/>
                <a:ext cx="68760" cy="3607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B7EAC38-EF85-F28E-0F14-C386ADB6BD9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944260" y="4063312"/>
                  <a:ext cx="810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220E012-2A43-86D0-119E-73D1A455E9CB}"/>
                    </a:ext>
                  </a:extLst>
                </p14:cNvPr>
                <p14:cNvContentPartPr/>
                <p14:nvPr/>
              </p14:nvContentPartPr>
              <p14:xfrm>
                <a:off x="8010500" y="4051792"/>
                <a:ext cx="324000" cy="3744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220E012-2A43-86D0-119E-73D1A455E9C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004380" y="4045672"/>
                  <a:ext cx="33624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D314C0D-3019-AA9A-6769-5460A14AA6DE}"/>
                    </a:ext>
                  </a:extLst>
                </p14:cNvPr>
                <p14:cNvContentPartPr/>
                <p14:nvPr/>
              </p14:nvContentPartPr>
              <p14:xfrm>
                <a:off x="8058020" y="4163752"/>
                <a:ext cx="102960" cy="1782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D314C0D-3019-AA9A-6769-5460A14AA6D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051900" y="4157632"/>
                  <a:ext cx="1152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6D9518A-CA3E-9789-1794-93602727169B}"/>
                    </a:ext>
                  </a:extLst>
                </p14:cNvPr>
                <p14:cNvContentPartPr/>
                <p14:nvPr/>
              </p14:nvContentPartPr>
              <p14:xfrm>
                <a:off x="8159900" y="4175992"/>
                <a:ext cx="61200" cy="972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6D9518A-CA3E-9789-1794-93602727169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153780" y="4169872"/>
                  <a:ext cx="734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DACCC05-5AF2-1F7C-B7CB-D08AAAC56174}"/>
                    </a:ext>
                  </a:extLst>
                </p14:cNvPr>
                <p14:cNvContentPartPr/>
                <p14:nvPr/>
              </p14:nvContentPartPr>
              <p14:xfrm>
                <a:off x="8117780" y="4413232"/>
                <a:ext cx="17640" cy="1789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DACCC05-5AF2-1F7C-B7CB-D08AAAC5617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111660" y="4407112"/>
                  <a:ext cx="29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5A001A2-9153-05AF-7DED-DDDFB422E8D4}"/>
                    </a:ext>
                  </a:extLst>
                </p14:cNvPr>
                <p14:cNvContentPartPr/>
                <p14:nvPr/>
              </p14:nvContentPartPr>
              <p14:xfrm>
                <a:off x="2180660" y="4494232"/>
                <a:ext cx="493560" cy="39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5A001A2-9153-05AF-7DED-DDDFB422E8D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174540" y="4488112"/>
                  <a:ext cx="5058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6A53361-0359-F6E4-E0EC-15D500D16381}"/>
                    </a:ext>
                  </a:extLst>
                </p14:cNvPr>
                <p14:cNvContentPartPr/>
                <p14:nvPr/>
              </p14:nvContentPartPr>
              <p14:xfrm>
                <a:off x="2601140" y="4382992"/>
                <a:ext cx="105840" cy="182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6A53361-0359-F6E4-E0EC-15D500D1638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595020" y="4376872"/>
                  <a:ext cx="1180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42D6A4B-46C7-9A78-D241-791D7185F001}"/>
                    </a:ext>
                  </a:extLst>
                </p14:cNvPr>
                <p14:cNvContentPartPr/>
                <p14:nvPr/>
              </p14:nvContentPartPr>
              <p14:xfrm>
                <a:off x="2708780" y="4399912"/>
                <a:ext cx="2880" cy="289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42D6A4B-46C7-9A78-D241-791D7185F00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702660" y="4393792"/>
                  <a:ext cx="151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0941C57-71F6-0CAF-4050-47A283219AD5}"/>
                    </a:ext>
                  </a:extLst>
                </p14:cNvPr>
                <p14:cNvContentPartPr/>
                <p14:nvPr/>
              </p14:nvContentPartPr>
              <p14:xfrm>
                <a:off x="2730020" y="4345912"/>
                <a:ext cx="600840" cy="346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0941C57-71F6-0CAF-4050-47A283219AD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723900" y="4339792"/>
                  <a:ext cx="6130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489F3B3-2C3F-9973-473C-5604735488B3}"/>
                    </a:ext>
                  </a:extLst>
                </p14:cNvPr>
                <p14:cNvContentPartPr/>
                <p14:nvPr/>
              </p14:nvContentPartPr>
              <p14:xfrm>
                <a:off x="2919020" y="4507552"/>
                <a:ext cx="13680" cy="120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489F3B3-2C3F-9973-473C-5604735488B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912900" y="4501432"/>
                  <a:ext cx="259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AB6ED2A-486A-ACDD-BF16-4C7152444826}"/>
                    </a:ext>
                  </a:extLst>
                </p14:cNvPr>
                <p14:cNvContentPartPr/>
                <p14:nvPr/>
              </p14:nvContentPartPr>
              <p14:xfrm>
                <a:off x="2956100" y="4507552"/>
                <a:ext cx="157680" cy="168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AB6ED2A-486A-ACDD-BF16-4C715244482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949980" y="4501432"/>
                  <a:ext cx="1699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DCFA34B-541F-2F4C-6357-5BD33C1916F5}"/>
                    </a:ext>
                  </a:extLst>
                </p14:cNvPr>
                <p14:cNvContentPartPr/>
                <p14:nvPr/>
              </p14:nvContentPartPr>
              <p14:xfrm>
                <a:off x="3361100" y="4481272"/>
                <a:ext cx="244440" cy="22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DCFA34B-541F-2F4C-6357-5BD33C1916F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354980" y="4475152"/>
                  <a:ext cx="2566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54EA737-27B6-2D1F-4EE8-9664F301CBF8}"/>
                    </a:ext>
                  </a:extLst>
                </p14:cNvPr>
                <p14:cNvContentPartPr/>
                <p14:nvPr/>
              </p14:nvContentPartPr>
              <p14:xfrm>
                <a:off x="3537140" y="4374352"/>
                <a:ext cx="108720" cy="188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54EA737-27B6-2D1F-4EE8-9664F301CBF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531020" y="4368232"/>
                  <a:ext cx="1209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39E8EA2-D679-F08A-1655-8829CD403B93}"/>
                    </a:ext>
                  </a:extLst>
                </p14:cNvPr>
                <p14:cNvContentPartPr/>
                <p14:nvPr/>
              </p14:nvContentPartPr>
              <p14:xfrm>
                <a:off x="3734780" y="4413232"/>
                <a:ext cx="13680" cy="313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39E8EA2-D679-F08A-1655-8829CD403B9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28660" y="4407112"/>
                  <a:ext cx="259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C470631-80D9-F779-1433-6FA5EA3BBEFF}"/>
                    </a:ext>
                  </a:extLst>
                </p14:cNvPr>
                <p14:cNvContentPartPr/>
                <p14:nvPr/>
              </p14:nvContentPartPr>
              <p14:xfrm>
                <a:off x="3743060" y="4395952"/>
                <a:ext cx="446040" cy="270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C470631-80D9-F779-1433-6FA5EA3BBEF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736940" y="4389832"/>
                  <a:ext cx="4582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0FCD76A-78F6-7852-BBA2-4A7B6AB7A4DD}"/>
                    </a:ext>
                  </a:extLst>
                </p14:cNvPr>
                <p14:cNvContentPartPr/>
                <p14:nvPr/>
              </p14:nvContentPartPr>
              <p14:xfrm>
                <a:off x="3846380" y="4460032"/>
                <a:ext cx="4680" cy="125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0FCD76A-78F6-7852-BBA2-4A7B6AB7A4D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840260" y="4453912"/>
                  <a:ext cx="169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2FE98A6-E5A1-6BD3-1CD6-7FB6625AA4F1}"/>
                    </a:ext>
                  </a:extLst>
                </p14:cNvPr>
                <p14:cNvContentPartPr/>
                <p14:nvPr/>
              </p14:nvContentPartPr>
              <p14:xfrm>
                <a:off x="3916220" y="4495672"/>
                <a:ext cx="139320" cy="164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2FE98A6-E5A1-6BD3-1CD6-7FB6625AA4F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910100" y="4489552"/>
                  <a:ext cx="1515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34DE05A-5266-8837-CD61-F003D57B2802}"/>
                    </a:ext>
                  </a:extLst>
                </p14:cNvPr>
                <p14:cNvContentPartPr/>
                <p14:nvPr/>
              </p14:nvContentPartPr>
              <p14:xfrm>
                <a:off x="4189820" y="4563352"/>
                <a:ext cx="298800" cy="34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34DE05A-5266-8837-CD61-F003D57B280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183700" y="4557232"/>
                  <a:ext cx="3110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11781CC-A13F-EFF6-DDD7-6CA06A4F1663}"/>
                    </a:ext>
                  </a:extLst>
                </p14:cNvPr>
                <p14:cNvContentPartPr/>
                <p14:nvPr/>
              </p14:nvContentPartPr>
              <p14:xfrm>
                <a:off x="4467740" y="4472992"/>
                <a:ext cx="54000" cy="173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11781CC-A13F-EFF6-DDD7-6CA06A4F166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461620" y="4466872"/>
                  <a:ext cx="662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42287D0-19DE-6F60-A4F2-BAB96850F890}"/>
                    </a:ext>
                  </a:extLst>
                </p14:cNvPr>
                <p14:cNvContentPartPr/>
                <p14:nvPr/>
              </p14:nvContentPartPr>
              <p14:xfrm>
                <a:off x="4554860" y="4451752"/>
                <a:ext cx="12960" cy="261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42287D0-19DE-6F60-A4F2-BAB96850F89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548740" y="4445632"/>
                  <a:ext cx="252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3D36DC4-4D83-27FC-6E66-5DACE8137AAD}"/>
                    </a:ext>
                  </a:extLst>
                </p14:cNvPr>
                <p14:cNvContentPartPr/>
                <p14:nvPr/>
              </p14:nvContentPartPr>
              <p14:xfrm>
                <a:off x="4525700" y="4442752"/>
                <a:ext cx="385200" cy="283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3D36DC4-4D83-27FC-6E66-5DACE8137AA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519580" y="4436632"/>
                  <a:ext cx="3974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F602110-D4CD-DA5A-29B9-BDC35EC4854C}"/>
                    </a:ext>
                  </a:extLst>
                </p14:cNvPr>
                <p14:cNvContentPartPr/>
                <p14:nvPr/>
              </p14:nvContentPartPr>
              <p14:xfrm>
                <a:off x="4720820" y="4548952"/>
                <a:ext cx="74520" cy="118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F602110-D4CD-DA5A-29B9-BDC35EC4854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714700" y="4542832"/>
                  <a:ext cx="867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4B05018-BC44-D5CC-AF11-9C224919ADA0}"/>
                    </a:ext>
                  </a:extLst>
                </p14:cNvPr>
                <p14:cNvContentPartPr/>
                <p14:nvPr/>
              </p14:nvContentPartPr>
              <p14:xfrm>
                <a:off x="4897940" y="4563352"/>
                <a:ext cx="253440" cy="5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4B05018-BC44-D5CC-AF11-9C224919ADA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891820" y="4557232"/>
                  <a:ext cx="2656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A4EAA49-AD4F-E27F-2339-4B8842E38461}"/>
                    </a:ext>
                  </a:extLst>
                </p14:cNvPr>
                <p14:cNvContentPartPr/>
                <p14:nvPr/>
              </p14:nvContentPartPr>
              <p14:xfrm>
                <a:off x="5125820" y="4464712"/>
                <a:ext cx="77400" cy="169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A4EAA49-AD4F-E27F-2339-4B8842E3846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119700" y="4458592"/>
                  <a:ext cx="896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74839F0-C661-F779-02D6-67EF1287E1C3}"/>
                    </a:ext>
                  </a:extLst>
                </p14:cNvPr>
                <p14:cNvContentPartPr/>
                <p14:nvPr/>
              </p14:nvContentPartPr>
              <p14:xfrm>
                <a:off x="5244980" y="4460032"/>
                <a:ext cx="5760" cy="235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74839F0-C661-F779-02D6-67EF1287E1C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238860" y="4453912"/>
                  <a:ext cx="180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3EB10E4-7989-758E-7D38-3A988F4716F0}"/>
                    </a:ext>
                  </a:extLst>
                </p14:cNvPr>
                <p14:cNvContentPartPr/>
                <p14:nvPr/>
              </p14:nvContentPartPr>
              <p14:xfrm>
                <a:off x="5296460" y="4546072"/>
                <a:ext cx="78840" cy="123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3EB10E4-7989-758E-7D38-3A988F4716F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290340" y="4539952"/>
                  <a:ext cx="91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3F6ACDB-BD57-E9FA-33DA-76EAF9960F90}"/>
                    </a:ext>
                  </a:extLst>
                </p14:cNvPr>
                <p14:cNvContentPartPr/>
                <p14:nvPr/>
              </p14:nvContentPartPr>
              <p14:xfrm>
                <a:off x="5413100" y="4566952"/>
                <a:ext cx="91440" cy="140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3F6ACDB-BD57-E9FA-33DA-76EAF9960F9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406980" y="4560832"/>
                  <a:ext cx="1036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142DB7F-B8DB-2AFE-7000-E756D9251BA5}"/>
                    </a:ext>
                  </a:extLst>
                </p14:cNvPr>
                <p14:cNvContentPartPr/>
                <p14:nvPr/>
              </p14:nvContentPartPr>
              <p14:xfrm>
                <a:off x="5580500" y="4610512"/>
                <a:ext cx="201960" cy="18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142DB7F-B8DB-2AFE-7000-E756D9251BA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574380" y="4604392"/>
                  <a:ext cx="2142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B2C4723-D798-C19F-8E51-5364444899F7}"/>
                    </a:ext>
                  </a:extLst>
                </p14:cNvPr>
                <p14:cNvContentPartPr/>
                <p14:nvPr/>
              </p14:nvContentPartPr>
              <p14:xfrm>
                <a:off x="5738900" y="4541752"/>
                <a:ext cx="76320" cy="167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B2C4723-D798-C19F-8E51-5364444899F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732780" y="4535632"/>
                  <a:ext cx="885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F981130-7498-B618-A654-02DD6B959E27}"/>
                    </a:ext>
                  </a:extLst>
                </p14:cNvPr>
                <p14:cNvContentPartPr/>
                <p14:nvPr/>
              </p14:nvContentPartPr>
              <p14:xfrm>
                <a:off x="5820260" y="4528792"/>
                <a:ext cx="34920" cy="262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F981130-7498-B618-A654-02DD6B959E2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814140" y="4522672"/>
                  <a:ext cx="471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E5F6672-39FF-34DD-D16C-15BE17C46622}"/>
                    </a:ext>
                  </a:extLst>
                </p14:cNvPr>
                <p14:cNvContentPartPr/>
                <p14:nvPr/>
              </p14:nvContentPartPr>
              <p14:xfrm>
                <a:off x="5844020" y="4520152"/>
                <a:ext cx="360360" cy="258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E5F6672-39FF-34DD-D16C-15BE17C4662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837900" y="4514032"/>
                  <a:ext cx="3726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D11E804-4B44-E5C4-D799-D408D7666834}"/>
                    </a:ext>
                  </a:extLst>
                </p14:cNvPr>
                <p14:cNvContentPartPr/>
                <p14:nvPr/>
              </p14:nvContentPartPr>
              <p14:xfrm>
                <a:off x="5832140" y="4571272"/>
                <a:ext cx="188280" cy="187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D11E804-4B44-E5C4-D799-D408D766683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826020" y="4565152"/>
                  <a:ext cx="2005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2F52AB4-ECF9-AEAC-A621-9F760FBE5BFD}"/>
                    </a:ext>
                  </a:extLst>
                </p14:cNvPr>
                <p14:cNvContentPartPr/>
                <p14:nvPr/>
              </p14:nvContentPartPr>
              <p14:xfrm>
                <a:off x="6000620" y="4649032"/>
                <a:ext cx="69480" cy="1000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2F52AB4-ECF9-AEAC-A621-9F760FBE5BF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994500" y="4642912"/>
                  <a:ext cx="817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C747073-9548-E375-38ED-2E327F4ACD6F}"/>
                    </a:ext>
                  </a:extLst>
                </p14:cNvPr>
                <p14:cNvContentPartPr/>
                <p14:nvPr/>
              </p14:nvContentPartPr>
              <p14:xfrm>
                <a:off x="6250460" y="4615552"/>
                <a:ext cx="271440" cy="21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C747073-9548-E375-38ED-2E327F4ACD6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244340" y="4609432"/>
                  <a:ext cx="283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89A6C3D-DB45-2C4B-74C3-AFF76A15688F}"/>
                    </a:ext>
                  </a:extLst>
                </p14:cNvPr>
                <p14:cNvContentPartPr/>
                <p14:nvPr/>
              </p14:nvContentPartPr>
              <p14:xfrm>
                <a:off x="6482300" y="4559032"/>
                <a:ext cx="51480" cy="131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89A6C3D-DB45-2C4B-74C3-AFF76A15688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476180" y="4552912"/>
                  <a:ext cx="63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FB27A18-3067-F34A-4FD9-3B420E57D206}"/>
                    </a:ext>
                  </a:extLst>
                </p14:cNvPr>
                <p14:cNvContentPartPr/>
                <p14:nvPr/>
              </p14:nvContentPartPr>
              <p14:xfrm>
                <a:off x="6585260" y="4511872"/>
                <a:ext cx="48600" cy="199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FB27A18-3067-F34A-4FD9-3B420E57D20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579140" y="4505752"/>
                  <a:ext cx="608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E58E6ED-3D8B-5FA2-4487-5127BAA77E01}"/>
                    </a:ext>
                  </a:extLst>
                </p14:cNvPr>
                <p14:cNvContentPartPr/>
                <p14:nvPr/>
              </p14:nvContentPartPr>
              <p14:xfrm>
                <a:off x="6593540" y="4546072"/>
                <a:ext cx="9360" cy="192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E58E6ED-3D8B-5FA2-4487-5127BAA77E0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587420" y="4539952"/>
                  <a:ext cx="216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7BD2AFB-8AB1-489F-172A-FA6EA985D7B0}"/>
                    </a:ext>
                  </a:extLst>
                </p14:cNvPr>
                <p14:cNvContentPartPr/>
                <p14:nvPr/>
              </p14:nvContentPartPr>
              <p14:xfrm>
                <a:off x="6593540" y="4520152"/>
                <a:ext cx="277560" cy="249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7BD2AFB-8AB1-489F-172A-FA6EA985D7B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587420" y="4514032"/>
                  <a:ext cx="2898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16C1B1F-1E30-A05C-FEBB-585AC666464F}"/>
                    </a:ext>
                  </a:extLst>
                </p14:cNvPr>
                <p14:cNvContentPartPr/>
                <p14:nvPr/>
              </p14:nvContentPartPr>
              <p14:xfrm>
                <a:off x="6639260" y="4597552"/>
                <a:ext cx="83520" cy="110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16C1B1F-1E30-A05C-FEBB-585AC666464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633140" y="4591432"/>
                  <a:ext cx="957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EED78E9-C8A7-5D37-662A-E9193882098D}"/>
                    </a:ext>
                  </a:extLst>
                </p14:cNvPr>
                <p14:cNvContentPartPr/>
                <p14:nvPr/>
              </p14:nvContentPartPr>
              <p14:xfrm>
                <a:off x="6589580" y="4631392"/>
                <a:ext cx="244800" cy="1519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EED78E9-C8A7-5D37-662A-E9193882098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583460" y="4625272"/>
                  <a:ext cx="2570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E8555D0-BBF1-C01D-C674-D974B6427CC4}"/>
                    </a:ext>
                  </a:extLst>
                </p14:cNvPr>
                <p14:cNvContentPartPr/>
                <p14:nvPr/>
              </p14:nvContentPartPr>
              <p14:xfrm>
                <a:off x="6885860" y="4653352"/>
                <a:ext cx="254160" cy="12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E8555D0-BBF1-C01D-C674-D974B6427CC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879740" y="4647232"/>
                  <a:ext cx="2664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8EC5824-5CB8-2E84-48C7-E28EA70EEE89}"/>
                    </a:ext>
                  </a:extLst>
                </p14:cNvPr>
                <p14:cNvContentPartPr/>
                <p14:nvPr/>
              </p14:nvContentPartPr>
              <p14:xfrm>
                <a:off x="7104020" y="4563352"/>
                <a:ext cx="61920" cy="1854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8EC5824-5CB8-2E84-48C7-E28EA70EEE8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097900" y="4557232"/>
                  <a:ext cx="741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01756B9-D738-3197-4D3C-B03A71B1A04D}"/>
                    </a:ext>
                  </a:extLst>
                </p14:cNvPr>
                <p14:cNvContentPartPr/>
                <p14:nvPr/>
              </p14:nvContentPartPr>
              <p14:xfrm>
                <a:off x="7173140" y="4533112"/>
                <a:ext cx="17640" cy="239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01756B9-D738-3197-4D3C-B03A71B1A04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167020" y="4526992"/>
                  <a:ext cx="298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C788323-1278-9596-D549-8B9615B1ADCF}"/>
                    </a:ext>
                  </a:extLst>
                </p14:cNvPr>
                <p14:cNvContentPartPr/>
                <p14:nvPr/>
              </p14:nvContentPartPr>
              <p14:xfrm>
                <a:off x="7131020" y="4542472"/>
                <a:ext cx="435600" cy="291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C788323-1278-9596-D549-8B9615B1ADC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124900" y="4536352"/>
                  <a:ext cx="4478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C99F798-0681-4C5D-7FFD-6A9F0AF6EE04}"/>
                    </a:ext>
                  </a:extLst>
                </p14:cNvPr>
                <p14:cNvContentPartPr/>
                <p14:nvPr/>
              </p14:nvContentPartPr>
              <p14:xfrm>
                <a:off x="7227500" y="4619152"/>
                <a:ext cx="87840" cy="1652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C99F798-0681-4C5D-7FFD-6A9F0AF6EE0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221380" y="4613032"/>
                  <a:ext cx="100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2278F5C-E549-A9CB-DE62-2EC5C26EFAA7}"/>
                    </a:ext>
                  </a:extLst>
                </p14:cNvPr>
                <p14:cNvContentPartPr/>
                <p14:nvPr/>
              </p14:nvContentPartPr>
              <p14:xfrm>
                <a:off x="7357100" y="4683232"/>
                <a:ext cx="61560" cy="91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2278F5C-E549-A9CB-DE62-2EC5C26EFAA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350980" y="4677112"/>
                  <a:ext cx="738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6157675-49E7-8CBF-C95D-26F5C4F00D5A}"/>
                    </a:ext>
                  </a:extLst>
                </p14:cNvPr>
                <p14:cNvContentPartPr/>
                <p14:nvPr/>
              </p14:nvContentPartPr>
              <p14:xfrm>
                <a:off x="5224820" y="4022272"/>
                <a:ext cx="4680" cy="2797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6157675-49E7-8CBF-C95D-26F5C4F00D5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218700" y="4016152"/>
                  <a:ext cx="169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FBA15E9-853A-ED87-3CBF-C5D7E653AD99}"/>
                    </a:ext>
                  </a:extLst>
                </p14:cNvPr>
                <p14:cNvContentPartPr/>
                <p14:nvPr/>
              </p14:nvContentPartPr>
              <p14:xfrm>
                <a:off x="5118980" y="4017952"/>
                <a:ext cx="440640" cy="2930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FBA15E9-853A-ED87-3CBF-C5D7E653AD9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112860" y="4011832"/>
                  <a:ext cx="4528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E9F42AA-868F-FD5B-1500-79DABB8B9965}"/>
                    </a:ext>
                  </a:extLst>
                </p14:cNvPr>
                <p14:cNvContentPartPr/>
                <p14:nvPr/>
              </p14:nvContentPartPr>
              <p14:xfrm>
                <a:off x="5210780" y="4146832"/>
                <a:ext cx="120600" cy="1368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E9F42AA-868F-FD5B-1500-79DABB8B996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204660" y="4140712"/>
                  <a:ext cx="1328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A386FC3-13F4-41D8-3158-7D827E9C93C6}"/>
                    </a:ext>
                  </a:extLst>
                </p14:cNvPr>
                <p14:cNvContentPartPr/>
                <p14:nvPr/>
              </p14:nvContentPartPr>
              <p14:xfrm>
                <a:off x="5224820" y="4168072"/>
                <a:ext cx="270360" cy="1105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A386FC3-13F4-41D8-3158-7D827E9C93C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218700" y="4161952"/>
                  <a:ext cx="282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79624E1-AF47-B6B7-7F41-565FB3FE0DB9}"/>
                    </a:ext>
                  </a:extLst>
                </p14:cNvPr>
                <p14:cNvContentPartPr/>
                <p14:nvPr/>
              </p14:nvContentPartPr>
              <p14:xfrm>
                <a:off x="6645380" y="4009312"/>
                <a:ext cx="35640" cy="3538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79624E1-AF47-B6B7-7F41-565FB3FE0DB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639260" y="4003192"/>
                  <a:ext cx="4788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193901A-A0D0-DE70-FBE6-B917A53BAD26}"/>
                    </a:ext>
                  </a:extLst>
                </p14:cNvPr>
                <p14:cNvContentPartPr/>
                <p14:nvPr/>
              </p14:nvContentPartPr>
              <p14:xfrm>
                <a:off x="6675260" y="4001032"/>
                <a:ext cx="379800" cy="2894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193901A-A0D0-DE70-FBE6-B917A53BAD2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669140" y="3994912"/>
                  <a:ext cx="3920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D54EFB8-F264-8D41-D955-2DA5692A8DCA}"/>
                    </a:ext>
                  </a:extLst>
                </p14:cNvPr>
                <p14:cNvContentPartPr/>
                <p14:nvPr/>
              </p14:nvContentPartPr>
              <p14:xfrm>
                <a:off x="6634580" y="4043872"/>
                <a:ext cx="103680" cy="1252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D54EFB8-F264-8D41-D955-2DA5692A8DC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628460" y="4037752"/>
                  <a:ext cx="1159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0A2C699-2041-3436-4118-0909F3A67FE1}"/>
                    </a:ext>
                  </a:extLst>
                </p14:cNvPr>
                <p14:cNvContentPartPr/>
                <p14:nvPr/>
              </p14:nvContentPartPr>
              <p14:xfrm>
                <a:off x="6742580" y="4073752"/>
                <a:ext cx="151920" cy="1526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0A2C699-2041-3436-4118-0909F3A67FE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736460" y="4067632"/>
                  <a:ext cx="164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9B1CF76-AAF4-ACDD-ECE4-C3A62D6522E0}"/>
                    </a:ext>
                  </a:extLst>
                </p14:cNvPr>
                <p14:cNvContentPartPr/>
                <p14:nvPr/>
              </p14:nvContentPartPr>
              <p14:xfrm>
                <a:off x="4245620" y="4254112"/>
                <a:ext cx="360" cy="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9B1CF76-AAF4-ACDD-ECE4-C3A62D6522E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239500" y="424799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66F2FDD-752D-0005-11FD-33CCDC354003}"/>
                    </a:ext>
                  </a:extLst>
                </p14:cNvPr>
                <p14:cNvContentPartPr/>
                <p14:nvPr/>
              </p14:nvContentPartPr>
              <p14:xfrm>
                <a:off x="3829460" y="4253752"/>
                <a:ext cx="416520" cy="14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66F2FDD-752D-0005-11FD-33CCDC35400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823340" y="4247632"/>
                  <a:ext cx="4287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09038FE-637E-F2B7-CAE3-A5EE0051466A}"/>
                    </a:ext>
                  </a:extLst>
                </p14:cNvPr>
                <p14:cNvContentPartPr/>
                <p14:nvPr/>
              </p14:nvContentPartPr>
              <p14:xfrm>
                <a:off x="3910460" y="4112632"/>
                <a:ext cx="360" cy="468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09038FE-637E-F2B7-CAE3-A5EE0051466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904340" y="4106512"/>
                  <a:ext cx="126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666E06E-C695-E8AC-5696-3A89F796155D}"/>
                    </a:ext>
                  </a:extLst>
                </p14:cNvPr>
                <p14:cNvContentPartPr/>
                <p14:nvPr/>
              </p14:nvContentPartPr>
              <p14:xfrm>
                <a:off x="3982100" y="4086352"/>
                <a:ext cx="118440" cy="1562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666E06E-C695-E8AC-5696-3A89F796155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975980" y="4080232"/>
                  <a:ext cx="1306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3FA9734-9124-D381-A6E5-6E36E0B371F1}"/>
                    </a:ext>
                  </a:extLst>
                </p14:cNvPr>
                <p14:cNvContentPartPr/>
                <p14:nvPr/>
              </p14:nvContentPartPr>
              <p14:xfrm>
                <a:off x="3906140" y="4082392"/>
                <a:ext cx="4680" cy="103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3FA9734-9124-D381-A6E5-6E36E0B371F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900020" y="4076272"/>
                  <a:ext cx="16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090B4C5-47AC-3E94-2F28-C388E0313AD1}"/>
                    </a:ext>
                  </a:extLst>
                </p14:cNvPr>
                <p14:cNvContentPartPr/>
                <p14:nvPr/>
              </p14:nvContentPartPr>
              <p14:xfrm>
                <a:off x="2146460" y="4099672"/>
                <a:ext cx="1601640" cy="1036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090B4C5-47AC-3E94-2F28-C388E0313AD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140340" y="4093552"/>
                  <a:ext cx="16138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234C43C-E4C7-A522-0003-A773DA11367E}"/>
                    </a:ext>
                  </a:extLst>
                </p14:cNvPr>
                <p14:cNvContentPartPr/>
                <p14:nvPr/>
              </p14:nvContentPartPr>
              <p14:xfrm>
                <a:off x="3667460" y="4069432"/>
                <a:ext cx="92880" cy="1245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234C43C-E4C7-A522-0003-A773DA11367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661340" y="4063312"/>
                  <a:ext cx="1051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65273F2-3352-026A-0CA6-1DE27C5F45B2}"/>
                    </a:ext>
                  </a:extLst>
                </p14:cNvPr>
                <p14:cNvContentPartPr/>
                <p14:nvPr/>
              </p14:nvContentPartPr>
              <p14:xfrm>
                <a:off x="4013780" y="4284352"/>
                <a:ext cx="9000" cy="136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65273F2-3352-026A-0CA6-1DE27C5F45B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007660" y="4278232"/>
                  <a:ext cx="212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DB60A2E-8743-9091-76D6-27AA90CAA44D}"/>
                    </a:ext>
                  </a:extLst>
                </p14:cNvPr>
                <p14:cNvContentPartPr/>
                <p14:nvPr/>
              </p14:nvContentPartPr>
              <p14:xfrm>
                <a:off x="5357300" y="4344112"/>
                <a:ext cx="5040" cy="1173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DB60A2E-8743-9091-76D6-27AA90CAA44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351180" y="4337992"/>
                  <a:ext cx="172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3A6AF2E-9C78-A073-5EC3-2117639C617F}"/>
                    </a:ext>
                  </a:extLst>
                </p14:cNvPr>
                <p14:cNvContentPartPr/>
                <p14:nvPr/>
              </p14:nvContentPartPr>
              <p14:xfrm>
                <a:off x="6791180" y="4275352"/>
                <a:ext cx="9000" cy="2923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3A6AF2E-9C78-A073-5EC3-2117639C617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785060" y="4269232"/>
                  <a:ext cx="212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F3182D0-9518-BC5F-A52E-28AFE2C033AB}"/>
                    </a:ext>
                  </a:extLst>
                </p14:cNvPr>
                <p14:cNvContentPartPr/>
                <p14:nvPr/>
              </p14:nvContentPartPr>
              <p14:xfrm>
                <a:off x="4275860" y="4103632"/>
                <a:ext cx="908640" cy="651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F3182D0-9518-BC5F-A52E-28AFE2C033A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269740" y="4097512"/>
                  <a:ext cx="9208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2BFC8BE-4E7D-4D79-AE63-44C01A81A691}"/>
                    </a:ext>
                  </a:extLst>
                </p14:cNvPr>
                <p14:cNvContentPartPr/>
                <p14:nvPr/>
              </p14:nvContentPartPr>
              <p14:xfrm>
                <a:off x="5101700" y="4099672"/>
                <a:ext cx="93240" cy="1357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2BFC8BE-4E7D-4D79-AE63-44C01A81A69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095580" y="4093552"/>
                  <a:ext cx="1054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3B73D14-3270-BD5F-3B42-F870D9BE298B}"/>
                    </a:ext>
                  </a:extLst>
                </p14:cNvPr>
                <p14:cNvContentPartPr/>
                <p14:nvPr/>
              </p14:nvContentPartPr>
              <p14:xfrm>
                <a:off x="5554940" y="4099312"/>
                <a:ext cx="1098720" cy="511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3B73D14-3270-BD5F-3B42-F870D9BE298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548820" y="4093192"/>
                  <a:ext cx="11109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983EA3E-2E9E-8A6A-7A36-2D5603CAE4CA}"/>
                    </a:ext>
                  </a:extLst>
                </p14:cNvPr>
                <p14:cNvContentPartPr/>
                <p14:nvPr/>
              </p14:nvContentPartPr>
              <p14:xfrm>
                <a:off x="6486620" y="3988072"/>
                <a:ext cx="144720" cy="1450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983EA3E-2E9E-8A6A-7A36-2D5603CAE4C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480500" y="3981952"/>
                  <a:ext cx="1569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51209CC-F99D-E4FE-F59A-CF99725DB83C}"/>
                    </a:ext>
                  </a:extLst>
                </p14:cNvPr>
                <p14:cNvContentPartPr/>
                <p14:nvPr/>
              </p14:nvContentPartPr>
              <p14:xfrm>
                <a:off x="7070540" y="4116952"/>
                <a:ext cx="910080" cy="165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51209CC-F99D-E4FE-F59A-CF99725DB83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064420" y="4110832"/>
                  <a:ext cx="922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95DA048-02C9-CF53-038E-FD57E90E4F32}"/>
                    </a:ext>
                  </a:extLst>
                </p14:cNvPr>
                <p14:cNvContentPartPr/>
                <p14:nvPr/>
              </p14:nvContentPartPr>
              <p14:xfrm>
                <a:off x="7858940" y="4056832"/>
                <a:ext cx="133920" cy="1332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95DA048-02C9-CF53-038E-FD57E90E4F3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852820" y="4050712"/>
                  <a:ext cx="1461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8760C93-3852-4655-5665-3B0F7983FEE3}"/>
                    </a:ext>
                  </a:extLst>
                </p14:cNvPr>
                <p14:cNvContentPartPr/>
                <p14:nvPr/>
              </p14:nvContentPartPr>
              <p14:xfrm>
                <a:off x="1154300" y="3975112"/>
                <a:ext cx="13680" cy="1594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8760C93-3852-4655-5665-3B0F7983FEE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48180" y="3968992"/>
                  <a:ext cx="259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473945B-0B92-1153-C6EB-81DB536D2F35}"/>
                    </a:ext>
                  </a:extLst>
                </p14:cNvPr>
                <p14:cNvContentPartPr/>
                <p14:nvPr/>
              </p14:nvContentPartPr>
              <p14:xfrm>
                <a:off x="1041980" y="3992032"/>
                <a:ext cx="433440" cy="2545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473945B-0B92-1153-C6EB-81DB536D2F3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35860" y="3985912"/>
                  <a:ext cx="4456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D97C6AA-807D-D7CE-5276-1E8F7F84021D}"/>
                    </a:ext>
                  </a:extLst>
                </p14:cNvPr>
                <p14:cNvContentPartPr/>
                <p14:nvPr/>
              </p14:nvContentPartPr>
              <p14:xfrm>
                <a:off x="1227740" y="4095352"/>
                <a:ext cx="360" cy="3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D97C6AA-807D-D7CE-5276-1E8F7F84021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221620" y="408923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37F3C6D-C65B-5ABB-20BA-91C43E6A86FE}"/>
                    </a:ext>
                  </a:extLst>
                </p14:cNvPr>
                <p14:cNvContentPartPr/>
                <p14:nvPr/>
              </p14:nvContentPartPr>
              <p14:xfrm>
                <a:off x="1227740" y="4095352"/>
                <a:ext cx="360" cy="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37F3C6D-C65B-5ABB-20BA-91C43E6A86F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221620" y="408923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756BEDA-F4B4-61FD-85FF-6987BE859DB3}"/>
                    </a:ext>
                  </a:extLst>
                </p14:cNvPr>
                <p14:cNvContentPartPr/>
                <p14:nvPr/>
              </p14:nvContentPartPr>
              <p14:xfrm>
                <a:off x="7916180" y="3455632"/>
                <a:ext cx="61200" cy="4989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756BEDA-F4B4-61FD-85FF-6987BE859DB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910060" y="3449512"/>
                  <a:ext cx="7344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A56467D-B5C0-0A7C-3041-EB5F5AD12A86}"/>
                    </a:ext>
                  </a:extLst>
                </p14:cNvPr>
                <p14:cNvContentPartPr/>
                <p14:nvPr/>
              </p14:nvContentPartPr>
              <p14:xfrm>
                <a:off x="7941740" y="3443752"/>
                <a:ext cx="358560" cy="5583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A56467D-B5C0-0A7C-3041-EB5F5AD12A8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935620" y="3437632"/>
                  <a:ext cx="37080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4E54385-6390-6626-231C-E01A6D113D95}"/>
                    </a:ext>
                  </a:extLst>
                </p14:cNvPr>
                <p14:cNvContentPartPr/>
                <p14:nvPr/>
              </p14:nvContentPartPr>
              <p14:xfrm>
                <a:off x="7987100" y="3535912"/>
                <a:ext cx="96840" cy="1623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4E54385-6390-6626-231C-E01A6D113D9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980980" y="3529792"/>
                  <a:ext cx="1090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5503A35-2660-25DC-5181-56566D278BEB}"/>
                    </a:ext>
                  </a:extLst>
                </p14:cNvPr>
                <p14:cNvContentPartPr/>
                <p14:nvPr/>
              </p14:nvContentPartPr>
              <p14:xfrm>
                <a:off x="8000780" y="3547432"/>
                <a:ext cx="126000" cy="1760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5503A35-2660-25DC-5181-56566D278BE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994660" y="3541312"/>
                  <a:ext cx="138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2FDD31F-8889-0A25-C970-6311CD1DEE83}"/>
                    </a:ext>
                  </a:extLst>
                </p14:cNvPr>
                <p14:cNvContentPartPr/>
                <p14:nvPr/>
              </p14:nvContentPartPr>
              <p14:xfrm>
                <a:off x="5628020" y="3566872"/>
                <a:ext cx="2223720" cy="1080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2FDD31F-8889-0A25-C970-6311CD1DEE8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621900" y="3560752"/>
                  <a:ext cx="22359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3CB9E1E-ECFA-0800-A94C-5E6CC9D30973}"/>
                    </a:ext>
                  </a:extLst>
                </p14:cNvPr>
                <p14:cNvContentPartPr/>
                <p14:nvPr/>
              </p14:nvContentPartPr>
              <p14:xfrm>
                <a:off x="7812500" y="3511432"/>
                <a:ext cx="96120" cy="1490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3CB9E1E-ECFA-0800-A94C-5E6CC9D3097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806380" y="3505312"/>
                  <a:ext cx="1083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1C71D0F-2533-AAA3-DE74-A8E235D2ECAA}"/>
                    </a:ext>
                  </a:extLst>
                </p14:cNvPr>
                <p14:cNvContentPartPr/>
                <p14:nvPr/>
              </p14:nvContentPartPr>
              <p14:xfrm>
                <a:off x="5160020" y="3498472"/>
                <a:ext cx="39960" cy="3582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1C71D0F-2533-AAA3-DE74-A8E235D2ECA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153900" y="3492352"/>
                  <a:ext cx="5220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788CF8B-2EE7-2E01-5051-D5331DF868F2}"/>
                    </a:ext>
                  </a:extLst>
                </p14:cNvPr>
                <p14:cNvContentPartPr/>
                <p14:nvPr/>
              </p14:nvContentPartPr>
              <p14:xfrm>
                <a:off x="5171900" y="3635992"/>
                <a:ext cx="155160" cy="2070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788CF8B-2EE7-2E01-5051-D5331DF868F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165780" y="3629872"/>
                  <a:ext cx="1674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D6B0856-275D-F86A-4AB9-73F26D82932A}"/>
                    </a:ext>
                  </a:extLst>
                </p14:cNvPr>
                <p14:cNvContentPartPr/>
                <p14:nvPr/>
              </p14:nvContentPartPr>
              <p14:xfrm>
                <a:off x="5437580" y="3662992"/>
                <a:ext cx="63000" cy="1623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D6B0856-275D-F86A-4AB9-73F26D82932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431460" y="3656872"/>
                  <a:ext cx="752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7B54B47-10FA-14C7-2492-B929AAFB1332}"/>
                    </a:ext>
                  </a:extLst>
                </p14:cNvPr>
                <p14:cNvContentPartPr/>
                <p14:nvPr/>
              </p14:nvContentPartPr>
              <p14:xfrm>
                <a:off x="2274980" y="3588112"/>
                <a:ext cx="2841480" cy="1018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7B54B47-10FA-14C7-2492-B929AAFB133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268860" y="3581992"/>
                  <a:ext cx="2853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EF6D649-50E3-B669-D6EA-ACBA73EE0A62}"/>
                    </a:ext>
                  </a:extLst>
                </p14:cNvPr>
                <p14:cNvContentPartPr/>
                <p14:nvPr/>
              </p14:nvContentPartPr>
              <p14:xfrm>
                <a:off x="5005220" y="3511432"/>
                <a:ext cx="139320" cy="1645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EF6D649-50E3-B669-D6EA-ACBA73EE0A6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999100" y="3505312"/>
                  <a:ext cx="151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1C08BD4-06CF-4370-63B3-39E99247004D}"/>
                    </a:ext>
                  </a:extLst>
                </p14:cNvPr>
                <p14:cNvContentPartPr/>
                <p14:nvPr/>
              </p14:nvContentPartPr>
              <p14:xfrm>
                <a:off x="456980" y="3420352"/>
                <a:ext cx="530640" cy="1170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1C08BD4-06CF-4370-63B3-39E99247004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50860" y="3414232"/>
                  <a:ext cx="5428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F07F4F2-DBB7-FD0D-50FC-B203D42DF3FE}"/>
                    </a:ext>
                  </a:extLst>
                </p14:cNvPr>
                <p14:cNvContentPartPr/>
                <p14:nvPr/>
              </p14:nvContentPartPr>
              <p14:xfrm>
                <a:off x="1198940" y="3520072"/>
                <a:ext cx="12240" cy="2120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F07F4F2-DBB7-FD0D-50FC-B203D42DF3F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92820" y="3513952"/>
                  <a:ext cx="244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3E7EAA1-9EFA-BAC9-BFE8-F5BB38D6FA5D}"/>
                    </a:ext>
                  </a:extLst>
                </p14:cNvPr>
                <p14:cNvContentPartPr/>
                <p14:nvPr/>
              </p14:nvContentPartPr>
              <p14:xfrm>
                <a:off x="1184900" y="3533032"/>
                <a:ext cx="426240" cy="1692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3E7EAA1-9EFA-BAC9-BFE8-F5BB38D6FA5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78780" y="3526912"/>
                  <a:ext cx="438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6386F67-2150-269F-AED4-EEBC2680E1F8}"/>
                    </a:ext>
                  </a:extLst>
                </p14:cNvPr>
                <p14:cNvContentPartPr/>
                <p14:nvPr/>
              </p14:nvContentPartPr>
              <p14:xfrm>
                <a:off x="1246820" y="3601432"/>
                <a:ext cx="95400" cy="1346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6386F67-2150-269F-AED4-EEBC2680E1F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240700" y="3595312"/>
                  <a:ext cx="1076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0D8E213-134E-B5AD-2381-9B48CA6E4988}"/>
                    </a:ext>
                  </a:extLst>
                </p14:cNvPr>
                <p14:cNvContentPartPr/>
                <p14:nvPr/>
              </p14:nvContentPartPr>
              <p14:xfrm>
                <a:off x="601340" y="3236752"/>
                <a:ext cx="308160" cy="2379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0D8E213-134E-B5AD-2381-9B48CA6E498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95220" y="3230632"/>
                  <a:ext cx="3204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BCD056F-3DF2-BC81-4E57-AFCCA38E4DFA}"/>
                    </a:ext>
                  </a:extLst>
                </p14:cNvPr>
                <p14:cNvContentPartPr/>
                <p14:nvPr/>
              </p14:nvContentPartPr>
              <p14:xfrm>
                <a:off x="1285340" y="3129112"/>
                <a:ext cx="37080" cy="2167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BCD056F-3DF2-BC81-4E57-AFCCA38E4DF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279220" y="3122992"/>
                  <a:ext cx="493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99A3263-D123-1F4F-AB1A-55C734997D37}"/>
                    </a:ext>
                  </a:extLst>
                </p14:cNvPr>
                <p14:cNvContentPartPr/>
                <p14:nvPr/>
              </p14:nvContentPartPr>
              <p14:xfrm>
                <a:off x="1149980" y="3142432"/>
                <a:ext cx="577080" cy="3322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99A3263-D123-1F4F-AB1A-55C734997D3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43860" y="3136312"/>
                  <a:ext cx="5893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53F401B-9D2C-675B-9AA7-682F4B67A503}"/>
                    </a:ext>
                  </a:extLst>
                </p14:cNvPr>
                <p14:cNvContentPartPr/>
                <p14:nvPr/>
              </p14:nvContentPartPr>
              <p14:xfrm>
                <a:off x="1315940" y="3270592"/>
                <a:ext cx="113760" cy="306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53F401B-9D2C-675B-9AA7-682F4B67A50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309820" y="3264472"/>
                  <a:ext cx="126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0090851-0AB3-2BB3-BFE2-F07004B03AF7}"/>
                    </a:ext>
                  </a:extLst>
                </p14:cNvPr>
                <p14:cNvContentPartPr/>
                <p14:nvPr/>
              </p14:nvContentPartPr>
              <p14:xfrm>
                <a:off x="4915220" y="3004912"/>
                <a:ext cx="39600" cy="2318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0090851-0AB3-2BB3-BFE2-F07004B03AF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909100" y="2998792"/>
                  <a:ext cx="518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112CF13-958A-0AEC-B538-1068F5AE0615}"/>
                    </a:ext>
                  </a:extLst>
                </p14:cNvPr>
                <p14:cNvContentPartPr/>
                <p14:nvPr/>
              </p14:nvContentPartPr>
              <p14:xfrm>
                <a:off x="4808660" y="2983672"/>
                <a:ext cx="951120" cy="3596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112CF13-958A-0AEC-B538-1068F5AE061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802540" y="2977552"/>
                  <a:ext cx="96336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F657231-1242-6FCB-5D25-DF8B13A908FF}"/>
                    </a:ext>
                  </a:extLst>
                </p14:cNvPr>
                <p14:cNvContentPartPr/>
                <p14:nvPr/>
              </p14:nvContentPartPr>
              <p14:xfrm>
                <a:off x="4988300" y="3065032"/>
                <a:ext cx="91080" cy="1173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F657231-1242-6FCB-5D25-DF8B13A908F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982180" y="3058912"/>
                  <a:ext cx="1033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44705B8-AE57-668F-C70E-CCEC56454F14}"/>
                    </a:ext>
                  </a:extLst>
                </p14:cNvPr>
                <p14:cNvContentPartPr/>
                <p14:nvPr/>
              </p14:nvContentPartPr>
              <p14:xfrm>
                <a:off x="5217620" y="3092392"/>
                <a:ext cx="157320" cy="1486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44705B8-AE57-668F-C70E-CCEC56454F1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211500" y="3086272"/>
                  <a:ext cx="169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CF1222B-BA0E-56BC-413D-3DB2D63A894B}"/>
                    </a:ext>
                  </a:extLst>
                </p14:cNvPr>
                <p14:cNvContentPartPr/>
                <p14:nvPr/>
              </p14:nvContentPartPr>
              <p14:xfrm>
                <a:off x="1704020" y="3107512"/>
                <a:ext cx="3250800" cy="1976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CF1222B-BA0E-56BC-413D-3DB2D63A894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697900" y="3101392"/>
                  <a:ext cx="32630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1D6A53EA-2FA0-70F4-A996-CAFE18DAA4A1}"/>
                    </a:ext>
                  </a:extLst>
                </p14:cNvPr>
                <p14:cNvContentPartPr/>
                <p14:nvPr/>
              </p14:nvContentPartPr>
              <p14:xfrm>
                <a:off x="4774820" y="3026512"/>
                <a:ext cx="225000" cy="2433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1D6A53EA-2FA0-70F4-A996-CAFE18DAA4A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768700" y="3020392"/>
                  <a:ext cx="2372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3BA4821-5816-4D6C-F299-420444D1B882}"/>
                    </a:ext>
                  </a:extLst>
                </p14:cNvPr>
                <p14:cNvContentPartPr/>
                <p14:nvPr/>
              </p14:nvContentPartPr>
              <p14:xfrm>
                <a:off x="7748420" y="3065032"/>
                <a:ext cx="79920" cy="1465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3BA4821-5816-4D6C-F299-420444D1B88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742300" y="3058912"/>
                  <a:ext cx="92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A38F37C-F287-F36B-1155-2B41345FFF08}"/>
                    </a:ext>
                  </a:extLst>
                </p14:cNvPr>
                <p14:cNvContentPartPr/>
                <p14:nvPr/>
              </p14:nvContentPartPr>
              <p14:xfrm>
                <a:off x="7735820" y="2995552"/>
                <a:ext cx="655200" cy="3157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A38F37C-F287-F36B-1155-2B41345FFF0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729700" y="2989432"/>
                  <a:ext cx="6674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4E405DF-774D-5AEA-7E87-DA42CFF44C6A}"/>
                    </a:ext>
                  </a:extLst>
                </p14:cNvPr>
                <p14:cNvContentPartPr/>
                <p14:nvPr/>
              </p14:nvContentPartPr>
              <p14:xfrm>
                <a:off x="5657900" y="2956672"/>
                <a:ext cx="2118240" cy="1990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4E405DF-774D-5AEA-7E87-DA42CFF44C6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651780" y="2950552"/>
                  <a:ext cx="21304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9CD4FC5-9BB0-3F00-3BDB-7AA26E2F4C90}"/>
                    </a:ext>
                  </a:extLst>
                </p14:cNvPr>
                <p14:cNvContentPartPr/>
                <p14:nvPr/>
              </p14:nvContentPartPr>
              <p14:xfrm>
                <a:off x="7428740" y="3000592"/>
                <a:ext cx="328680" cy="1864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9CD4FC5-9BB0-3F00-3BDB-7AA26E2F4C9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422620" y="2994472"/>
                  <a:ext cx="3409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9D8BB32-7641-4B08-798C-C4DC53B2D06D}"/>
                    </a:ext>
                  </a:extLst>
                </p14:cNvPr>
                <p14:cNvContentPartPr/>
                <p14:nvPr/>
              </p14:nvContentPartPr>
              <p14:xfrm>
                <a:off x="5396180" y="3365632"/>
                <a:ext cx="4680" cy="900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9D8BB32-7641-4B08-798C-C4DC53B2D06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90060" y="3359512"/>
                  <a:ext cx="16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D0D2D56-58E3-385B-96E7-9BDA5ADA8C2F}"/>
                    </a:ext>
                  </a:extLst>
                </p14:cNvPr>
                <p14:cNvContentPartPr/>
                <p14:nvPr/>
              </p14:nvContentPartPr>
              <p14:xfrm>
                <a:off x="5391860" y="3932272"/>
                <a:ext cx="13320" cy="1350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D0D2D56-58E3-385B-96E7-9BDA5ADA8C2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385740" y="3926152"/>
                  <a:ext cx="255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9AD228E-3718-7866-C2A2-5F975189042D}"/>
                    </a:ext>
                  </a:extLst>
                </p14:cNvPr>
                <p14:cNvContentPartPr/>
                <p14:nvPr/>
              </p14:nvContentPartPr>
              <p14:xfrm>
                <a:off x="8079260" y="4013632"/>
                <a:ext cx="4680" cy="604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9AD228E-3718-7866-C2A2-5F975189042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073140" y="4007512"/>
                  <a:ext cx="169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1B60F17-8E9F-96B9-2036-A8948E3EAF64}"/>
                    </a:ext>
                  </a:extLst>
                </p14:cNvPr>
                <p14:cNvContentPartPr/>
                <p14:nvPr/>
              </p14:nvContentPartPr>
              <p14:xfrm>
                <a:off x="8060900" y="3335392"/>
                <a:ext cx="18720" cy="3236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1B60F17-8E9F-96B9-2036-A8948E3EAF6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054780" y="3329272"/>
                  <a:ext cx="309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D94A3C2-5512-ABDC-0356-5AC45F8DE29D}"/>
                    </a:ext>
                  </a:extLst>
                </p14:cNvPr>
                <p14:cNvContentPartPr/>
                <p14:nvPr/>
              </p14:nvContentPartPr>
              <p14:xfrm>
                <a:off x="1906700" y="3902392"/>
                <a:ext cx="12600" cy="799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D94A3C2-5512-ABDC-0356-5AC45F8DE29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900580" y="3896272"/>
                  <a:ext cx="24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3A9B499-E997-6264-28C4-39F7E6DC82F9}"/>
                    </a:ext>
                  </a:extLst>
                </p14:cNvPr>
                <p14:cNvContentPartPr/>
                <p14:nvPr/>
              </p14:nvContentPartPr>
              <p14:xfrm>
                <a:off x="5743580" y="3193912"/>
                <a:ext cx="38160" cy="3632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3A9B499-E997-6264-28C4-39F7E6DC82F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737460" y="3187792"/>
                  <a:ext cx="504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84AD6E5D-E43C-F11B-AE7E-EF3D034A48CC}"/>
                    </a:ext>
                  </a:extLst>
                </p14:cNvPr>
                <p14:cNvContentPartPr/>
                <p14:nvPr/>
              </p14:nvContentPartPr>
              <p14:xfrm>
                <a:off x="5646020" y="3372472"/>
                <a:ext cx="188280" cy="2390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84AD6E5D-E43C-F11B-AE7E-EF3D034A48C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639900" y="3366352"/>
                  <a:ext cx="2005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084BCE1-2936-B01D-681E-37BD31507013}"/>
                    </a:ext>
                  </a:extLst>
                </p14:cNvPr>
                <p14:cNvContentPartPr/>
                <p14:nvPr/>
              </p14:nvContentPartPr>
              <p14:xfrm>
                <a:off x="5791820" y="3799072"/>
                <a:ext cx="46800" cy="3124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084BCE1-2936-B01D-681E-37BD3150701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785700" y="3792952"/>
                  <a:ext cx="5904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E0542A2-F02B-0CFC-D3B2-493277CF01B8}"/>
                    </a:ext>
                  </a:extLst>
                </p14:cNvPr>
                <p14:cNvContentPartPr/>
                <p14:nvPr/>
              </p14:nvContentPartPr>
              <p14:xfrm>
                <a:off x="5682740" y="3911752"/>
                <a:ext cx="186120" cy="1929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E0542A2-F02B-0CFC-D3B2-493277CF01B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676620" y="3905632"/>
                  <a:ext cx="1983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CB389BB7-D6E1-6C93-E995-4A04692D8057}"/>
                    </a:ext>
                  </a:extLst>
                </p14:cNvPr>
                <p14:cNvContentPartPr/>
                <p14:nvPr/>
              </p14:nvContentPartPr>
              <p14:xfrm>
                <a:off x="7040660" y="4249792"/>
                <a:ext cx="29880" cy="2952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CB389BB7-D6E1-6C93-E995-4A04692D805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034540" y="4243672"/>
                  <a:ext cx="421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C8A7814C-93F3-ACEF-066D-D9A454FD59FA}"/>
                    </a:ext>
                  </a:extLst>
                </p14:cNvPr>
                <p14:cNvContentPartPr/>
                <p14:nvPr/>
              </p14:nvContentPartPr>
              <p14:xfrm>
                <a:off x="6958940" y="4425472"/>
                <a:ext cx="154440" cy="1378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C8A7814C-93F3-ACEF-066D-D9A454FD59F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952820" y="4419352"/>
                  <a:ext cx="1666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BF978336-8438-E59C-D144-488BEA7E466A}"/>
                    </a:ext>
                  </a:extLst>
                </p14:cNvPr>
                <p14:cNvContentPartPr/>
                <p14:nvPr/>
              </p14:nvContentPartPr>
              <p14:xfrm>
                <a:off x="6881540" y="4795192"/>
                <a:ext cx="13320" cy="1080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BF978336-8438-E59C-D144-488BEA7E466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875420" y="4789072"/>
                  <a:ext cx="255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5D172CD-8660-C601-7BA2-84CEA1275887}"/>
                    </a:ext>
                  </a:extLst>
                </p14:cNvPr>
                <p14:cNvContentPartPr/>
                <p14:nvPr/>
              </p14:nvContentPartPr>
              <p14:xfrm>
                <a:off x="6864260" y="4812832"/>
                <a:ext cx="241200" cy="1548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5D172CD-8660-C601-7BA2-84CEA127588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858140" y="4806712"/>
                  <a:ext cx="2534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F4A3205-6D53-FFE8-C82A-E7AC13426674}"/>
                    </a:ext>
                  </a:extLst>
                </p14:cNvPr>
                <p14:cNvContentPartPr/>
                <p14:nvPr/>
              </p14:nvContentPartPr>
              <p14:xfrm>
                <a:off x="7057220" y="4314232"/>
                <a:ext cx="18000" cy="2206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F4A3205-6D53-FFE8-C82A-E7AC1342667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051100" y="4308112"/>
                  <a:ext cx="302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0C9A86C-B4EE-7A04-41FB-6071F19AE8C5}"/>
                    </a:ext>
                  </a:extLst>
                </p14:cNvPr>
                <p14:cNvContentPartPr/>
                <p14:nvPr/>
              </p14:nvContentPartPr>
              <p14:xfrm>
                <a:off x="6958580" y="4472992"/>
                <a:ext cx="227880" cy="1119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0C9A86C-B4EE-7A04-41FB-6071F19AE8C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952460" y="4466872"/>
                  <a:ext cx="2401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67E9ABC5-3243-0E15-4DEC-49B440DD2D4D}"/>
                    </a:ext>
                  </a:extLst>
                </p14:cNvPr>
                <p14:cNvContentPartPr/>
                <p14:nvPr/>
              </p14:nvContentPartPr>
              <p14:xfrm>
                <a:off x="6979820" y="4575952"/>
                <a:ext cx="9720" cy="1803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67E9ABC5-3243-0E15-4DEC-49B440DD2D4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973700" y="4569832"/>
                  <a:ext cx="219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DEEF0FF9-6265-0183-98D3-73B3AE51A32E}"/>
                    </a:ext>
                  </a:extLst>
                </p14:cNvPr>
                <p14:cNvContentPartPr/>
                <p14:nvPr/>
              </p14:nvContentPartPr>
              <p14:xfrm>
                <a:off x="6937340" y="4601872"/>
                <a:ext cx="207360" cy="1810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DEEF0FF9-6265-0183-98D3-73B3AE51A32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931220" y="4595752"/>
                  <a:ext cx="2196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22E8289-8729-1246-4CD3-F4229EE14789}"/>
                    </a:ext>
                  </a:extLst>
                </p14:cNvPr>
                <p14:cNvContentPartPr/>
                <p14:nvPr/>
              </p14:nvContentPartPr>
              <p14:xfrm>
                <a:off x="1725260" y="3481552"/>
                <a:ext cx="65160" cy="3477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22E8289-8729-1246-4CD3-F4229EE1478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719140" y="3475432"/>
                  <a:ext cx="774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CE582BB-1A49-D5DA-0B8E-5EB61FBE420B}"/>
                    </a:ext>
                  </a:extLst>
                </p14:cNvPr>
                <p14:cNvContentPartPr/>
                <p14:nvPr/>
              </p14:nvContentPartPr>
              <p14:xfrm>
                <a:off x="1708340" y="3511432"/>
                <a:ext cx="530280" cy="3740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CE582BB-1A49-D5DA-0B8E-5EB61FBE420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702220" y="3505312"/>
                  <a:ext cx="5425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B3EE1A2-19C1-F57B-0B6F-2C1736FBA4A9}"/>
                    </a:ext>
                  </a:extLst>
                </p14:cNvPr>
                <p14:cNvContentPartPr/>
                <p14:nvPr/>
              </p14:nvContentPartPr>
              <p14:xfrm>
                <a:off x="1800860" y="3624112"/>
                <a:ext cx="199800" cy="1594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B3EE1A2-19C1-F57B-0B6F-2C1736FBA4A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794740" y="3617992"/>
                  <a:ext cx="2120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D6A3B9CF-0275-66A9-F2E2-77CB289D3D88}"/>
                    </a:ext>
                  </a:extLst>
                </p14:cNvPr>
                <p14:cNvContentPartPr/>
                <p14:nvPr/>
              </p14:nvContentPartPr>
              <p14:xfrm>
                <a:off x="1752260" y="3558592"/>
                <a:ext cx="29520" cy="2674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D6A3B9CF-0275-66A9-F2E2-77CB289D3D8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746140" y="3552472"/>
                  <a:ext cx="417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944E16D-C089-FE56-D3ED-498A4A737470}"/>
                    </a:ext>
                  </a:extLst>
                </p14:cNvPr>
                <p14:cNvContentPartPr/>
                <p14:nvPr/>
              </p14:nvContentPartPr>
              <p14:xfrm>
                <a:off x="1777100" y="3520072"/>
                <a:ext cx="390600" cy="4456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944E16D-C089-FE56-D3ED-498A4A73747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770980" y="3513952"/>
                  <a:ext cx="40284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5B0F05D8-7507-E650-A5BA-424A4DE9278B}"/>
                    </a:ext>
                  </a:extLst>
                </p14:cNvPr>
                <p14:cNvContentPartPr/>
                <p14:nvPr/>
              </p14:nvContentPartPr>
              <p14:xfrm>
                <a:off x="1936940" y="3451312"/>
                <a:ext cx="33840" cy="11952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5B0F05D8-7507-E650-A5BA-424A4DE9278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930820" y="3445192"/>
                  <a:ext cx="460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2A3394DC-164B-98CD-68CF-A12903A0F403}"/>
                    </a:ext>
                  </a:extLst>
                </p14:cNvPr>
                <p14:cNvContentPartPr/>
                <p14:nvPr/>
              </p14:nvContentPartPr>
              <p14:xfrm>
                <a:off x="1952420" y="3369592"/>
                <a:ext cx="113040" cy="374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2A3394DC-164B-98CD-68CF-A12903A0F40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946300" y="3363472"/>
                  <a:ext cx="1252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F9C06CA4-712C-23B4-3A3D-46EDE9B13F0A}"/>
                    </a:ext>
                  </a:extLst>
                </p14:cNvPr>
                <p14:cNvContentPartPr/>
                <p14:nvPr/>
              </p14:nvContentPartPr>
              <p14:xfrm>
                <a:off x="1917860" y="3417112"/>
                <a:ext cx="48600" cy="403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F9C06CA4-712C-23B4-3A3D-46EDE9B13F0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911740" y="3410992"/>
                  <a:ext cx="608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89E66038-E55D-56FD-790D-FC2814A750DB}"/>
                    </a:ext>
                  </a:extLst>
                </p14:cNvPr>
                <p14:cNvContentPartPr/>
                <p14:nvPr/>
              </p14:nvContentPartPr>
              <p14:xfrm>
                <a:off x="1914620" y="3459952"/>
                <a:ext cx="360" cy="3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89E66038-E55D-56FD-790D-FC2814A750D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908500" y="345383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5060ABAB-DAD2-E0D7-6405-6C126C5ACDDD}"/>
                    </a:ext>
                  </a:extLst>
                </p14:cNvPr>
                <p14:cNvContentPartPr/>
                <p14:nvPr/>
              </p14:nvContentPartPr>
              <p14:xfrm>
                <a:off x="1872140" y="3150712"/>
                <a:ext cx="38880" cy="2574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5060ABAB-DAD2-E0D7-6405-6C126C5ACDDD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866020" y="3144592"/>
                  <a:ext cx="511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EDDC6DE4-BC68-A02E-6219-00A7471ED93C}"/>
                    </a:ext>
                  </a:extLst>
                </p14:cNvPr>
                <p14:cNvContentPartPr/>
                <p14:nvPr/>
              </p14:nvContentPartPr>
              <p14:xfrm>
                <a:off x="1723820" y="3187432"/>
                <a:ext cx="654120" cy="3384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EDDC6DE4-BC68-A02E-6219-00A7471ED93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717700" y="3181312"/>
                  <a:ext cx="6663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558A3C28-28BF-6E27-7A2E-AA99AB8EDFEF}"/>
                    </a:ext>
                  </a:extLst>
                </p14:cNvPr>
                <p14:cNvContentPartPr/>
                <p14:nvPr/>
              </p14:nvContentPartPr>
              <p14:xfrm>
                <a:off x="2129180" y="3270952"/>
                <a:ext cx="360" cy="3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558A3C28-28BF-6E27-7A2E-AA99AB8EDFE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23060" y="326483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1B1B16D5-60E8-A285-AB85-4DFD73E68463}"/>
                    </a:ext>
                  </a:extLst>
                </p14:cNvPr>
                <p14:cNvContentPartPr/>
                <p14:nvPr/>
              </p14:nvContentPartPr>
              <p14:xfrm>
                <a:off x="1909220" y="3237112"/>
                <a:ext cx="220320" cy="2797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1B1B16D5-60E8-A285-AB85-4DFD73E6846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903100" y="3230992"/>
                  <a:ext cx="2325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EABC1DCF-A3EF-7195-0822-C923A3A30DF5}"/>
                    </a:ext>
                  </a:extLst>
                </p14:cNvPr>
                <p14:cNvContentPartPr/>
                <p14:nvPr/>
              </p14:nvContentPartPr>
              <p14:xfrm>
                <a:off x="1945940" y="2905912"/>
                <a:ext cx="11880" cy="14796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EABC1DCF-A3EF-7195-0822-C923A3A30DF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939820" y="2899792"/>
                  <a:ext cx="24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B91A7B1D-F5FD-78FB-18C5-C00DF3C43B9F}"/>
                    </a:ext>
                  </a:extLst>
                </p14:cNvPr>
                <p14:cNvContentPartPr/>
                <p14:nvPr/>
              </p14:nvContentPartPr>
              <p14:xfrm>
                <a:off x="1817420" y="2905912"/>
                <a:ext cx="754560" cy="2883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B91A7B1D-F5FD-78FB-18C5-C00DF3C43B9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811300" y="2899792"/>
                  <a:ext cx="7668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4BE7F73-D26C-03A0-9011-37F0C777DE24}"/>
                    </a:ext>
                  </a:extLst>
                </p14:cNvPr>
                <p14:cNvContentPartPr/>
                <p14:nvPr/>
              </p14:nvContentPartPr>
              <p14:xfrm>
                <a:off x="2013980" y="2970352"/>
                <a:ext cx="265680" cy="12636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4BE7F73-D26C-03A0-9011-37F0C777DE2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007860" y="2964232"/>
                  <a:ext cx="2779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32D71ED-C34E-EA3F-57EC-18F6C6040E99}"/>
                    </a:ext>
                  </a:extLst>
                </p14:cNvPr>
                <p14:cNvContentPartPr/>
                <p14:nvPr/>
              </p14:nvContentPartPr>
              <p14:xfrm>
                <a:off x="3992540" y="3760552"/>
                <a:ext cx="12960" cy="2232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32D71ED-C34E-EA3F-57EC-18F6C6040E9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986420" y="3754432"/>
                  <a:ext cx="252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8E53BF4B-AB41-E55A-AFBF-A55E42E32F6B}"/>
                    </a:ext>
                  </a:extLst>
                </p14:cNvPr>
                <p14:cNvContentPartPr/>
                <p14:nvPr/>
              </p14:nvContentPartPr>
              <p14:xfrm>
                <a:off x="3966620" y="3733552"/>
                <a:ext cx="64800" cy="6444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8E53BF4B-AB41-E55A-AFBF-A55E42E32F6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960500" y="3727432"/>
                  <a:ext cx="770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3B3ABF9-9CF4-94B2-C567-DEDDCF1E35AC}"/>
                    </a:ext>
                  </a:extLst>
                </p14:cNvPr>
                <p14:cNvContentPartPr/>
                <p14:nvPr/>
              </p14:nvContentPartPr>
              <p14:xfrm>
                <a:off x="3798860" y="3485512"/>
                <a:ext cx="29880" cy="26712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3B3ABF9-9CF4-94B2-C567-DEDDCF1E35A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792740" y="3479392"/>
                  <a:ext cx="421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A6CC6FF-3996-6BF4-E807-A8B9E2C3C20F}"/>
                    </a:ext>
                  </a:extLst>
                </p14:cNvPr>
                <p14:cNvContentPartPr/>
                <p14:nvPr/>
              </p14:nvContentPartPr>
              <p14:xfrm>
                <a:off x="3811820" y="3459952"/>
                <a:ext cx="352800" cy="3279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A6CC6FF-3996-6BF4-E807-A8B9E2C3C20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805700" y="3453832"/>
                  <a:ext cx="3650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3548CCD2-763C-FCB5-A67F-45BD2734E9E0}"/>
                    </a:ext>
                  </a:extLst>
                </p14:cNvPr>
                <p14:cNvContentPartPr/>
                <p14:nvPr/>
              </p14:nvContentPartPr>
              <p14:xfrm>
                <a:off x="3889220" y="3537352"/>
                <a:ext cx="4680" cy="1076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3548CCD2-763C-FCB5-A67F-45BD2734E9E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883100" y="3531232"/>
                  <a:ext cx="16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140343CB-0673-BCA9-AA4C-E3270985E9D0}"/>
                    </a:ext>
                  </a:extLst>
                </p14:cNvPr>
                <p14:cNvContentPartPr/>
                <p14:nvPr/>
              </p14:nvContentPartPr>
              <p14:xfrm>
                <a:off x="3966260" y="3575872"/>
                <a:ext cx="108000" cy="1476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140343CB-0673-BCA9-AA4C-E3270985E9D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960140" y="3569752"/>
                  <a:ext cx="1202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8C249810-81E4-BDF0-8FD4-442449DA6FCC}"/>
                    </a:ext>
                  </a:extLst>
                </p14:cNvPr>
                <p14:cNvContentPartPr/>
                <p14:nvPr/>
              </p14:nvContentPartPr>
              <p14:xfrm>
                <a:off x="3582500" y="3429712"/>
                <a:ext cx="732240" cy="133740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8C249810-81E4-BDF0-8FD4-442449DA6FC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576380" y="3423592"/>
                  <a:ext cx="744480" cy="13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2CB105CF-A185-4FEA-6276-5EDA5A6DF6DB}"/>
                    </a:ext>
                  </a:extLst>
                </p14:cNvPr>
                <p14:cNvContentPartPr/>
                <p14:nvPr/>
              </p14:nvContentPartPr>
              <p14:xfrm>
                <a:off x="5005220" y="4469032"/>
                <a:ext cx="26280" cy="27612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2CB105CF-A185-4FEA-6276-5EDA5A6DF6D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999100" y="4462912"/>
                  <a:ext cx="385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3647634B-7026-24DC-8649-468D69051BF7}"/>
                    </a:ext>
                  </a:extLst>
                </p14:cNvPr>
                <p14:cNvContentPartPr/>
                <p14:nvPr/>
              </p14:nvContentPartPr>
              <p14:xfrm>
                <a:off x="4952660" y="4490632"/>
                <a:ext cx="194760" cy="25380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3647634B-7026-24DC-8649-468D69051BF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946540" y="4484512"/>
                  <a:ext cx="207000" cy="266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4430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99217</TotalTime>
  <Words>2547</Words>
  <Application>Microsoft Office PowerPoint</Application>
  <PresentationFormat>On-screen Show (16:9)</PresentationFormat>
  <Paragraphs>441</Paragraphs>
  <Slides>46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         Unit 4: Randomized Data Structures   Data Structures-II </vt:lpstr>
      <vt:lpstr>Unit -4 :Contents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Insertion Algorithm</vt:lpstr>
      <vt:lpstr>Insertion Pseudocode</vt:lpstr>
      <vt:lpstr>Deletion Algorithm</vt:lpstr>
      <vt:lpstr>Deletion Pseudocode</vt:lpstr>
      <vt:lpstr>Search Operation</vt:lpstr>
      <vt:lpstr>Time Complexity</vt:lpstr>
      <vt:lpstr>Treap vs AVL Tree</vt:lpstr>
      <vt:lpstr>Treap vs Red-Black Tree</vt:lpstr>
      <vt:lpstr>Applications</vt:lpstr>
      <vt:lpstr>Advantages</vt:lpstr>
      <vt:lpstr>Skip List</vt:lpstr>
      <vt:lpstr>Introduction to Skip Lists</vt:lpstr>
      <vt:lpstr>History</vt:lpstr>
      <vt:lpstr>Basic Idea</vt:lpstr>
      <vt:lpstr>Structure of Skip List</vt:lpstr>
      <vt:lpstr>Header Node</vt:lpstr>
      <vt:lpstr>Random Level Generation</vt:lpstr>
      <vt:lpstr>Search Operation</vt:lpstr>
      <vt:lpstr>Insertion Operation</vt:lpstr>
      <vt:lpstr>Insertion Operation</vt:lpstr>
      <vt:lpstr>Deletion Operation</vt:lpstr>
      <vt:lpstr>Time Complexity</vt:lpstr>
      <vt:lpstr>Advantages</vt:lpstr>
      <vt:lpstr>Applications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Ethics and Standard Practices for Engineers</dc:title>
  <dc:creator>Viit Viit</dc:creator>
  <cp:lastModifiedBy>Dattatray Takale</cp:lastModifiedBy>
  <cp:revision>666</cp:revision>
  <dcterms:created xsi:type="dcterms:W3CDTF">2020-04-02T16:05:06Z</dcterms:created>
  <dcterms:modified xsi:type="dcterms:W3CDTF">2026-04-15T10:36:46Z</dcterms:modified>
</cp:coreProperties>
</file>